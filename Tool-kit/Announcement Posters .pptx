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7856200" cy="23812500"/>
  <p:notesSz cx="6858000" cy="9144000"/>
  <p:embeddedFontLst>
    <p:embeddedFont>
      <p:font typeface="Anton" panose="00000500000000000000" pitchFamily="2" charset="0"/>
      <p:regular r:id="rId5"/>
    </p:embeddedFont>
    <p:embeddedFont>
      <p:font typeface="Roboto" panose="02000000000000000000" pitchFamily="2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97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63" y="3104043"/>
            <a:ext cx="17849850" cy="17604415"/>
          </a:xfrm>
          <a:custGeom>
            <a:avLst/>
            <a:gdLst/>
            <a:ahLst/>
            <a:cxnLst/>
            <a:rect l="l" t="t" r="r" b="b"/>
            <a:pathLst>
              <a:path w="17849850" h="17604415">
                <a:moveTo>
                  <a:pt x="0" y="0"/>
                </a:moveTo>
                <a:lnTo>
                  <a:pt x="17849850" y="0"/>
                </a:lnTo>
                <a:lnTo>
                  <a:pt x="17849850" y="17604414"/>
                </a:lnTo>
                <a:lnTo>
                  <a:pt x="0" y="17604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63" y="0"/>
            <a:ext cx="17849850" cy="23812500"/>
          </a:xfrm>
          <a:custGeom>
            <a:avLst/>
            <a:gdLst/>
            <a:ahLst/>
            <a:cxnLst/>
            <a:rect l="l" t="t" r="r" b="b"/>
            <a:pathLst>
              <a:path w="17849850" h="23812500">
                <a:moveTo>
                  <a:pt x="0" y="0"/>
                </a:moveTo>
                <a:lnTo>
                  <a:pt x="17849849" y="0"/>
                </a:lnTo>
                <a:lnTo>
                  <a:pt x="17849849" y="23812500"/>
                </a:lnTo>
                <a:lnTo>
                  <a:pt x="0" y="2381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16702" r="-1670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63" y="-1330625"/>
            <a:ext cx="17849850" cy="6231220"/>
          </a:xfrm>
          <a:custGeom>
            <a:avLst/>
            <a:gdLst/>
            <a:ahLst/>
            <a:cxnLst/>
            <a:rect l="l" t="t" r="r" b="b"/>
            <a:pathLst>
              <a:path w="17849850" h="6231220">
                <a:moveTo>
                  <a:pt x="0" y="0"/>
                </a:moveTo>
                <a:lnTo>
                  <a:pt x="17849849" y="0"/>
                </a:lnTo>
                <a:lnTo>
                  <a:pt x="17849849" y="6231220"/>
                </a:lnTo>
                <a:lnTo>
                  <a:pt x="0" y="623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t="-12499" b="-1249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2459843" y="3081581"/>
            <a:ext cx="12939688" cy="1176335"/>
          </a:xfrm>
          <a:custGeom>
            <a:avLst/>
            <a:gdLst/>
            <a:ahLst/>
            <a:cxnLst/>
            <a:rect l="l" t="t" r="r" b="b"/>
            <a:pathLst>
              <a:path w="12939688" h="1176335">
                <a:moveTo>
                  <a:pt x="0" y="0"/>
                </a:moveTo>
                <a:lnTo>
                  <a:pt x="12939689" y="0"/>
                </a:lnTo>
                <a:lnTo>
                  <a:pt x="12939689" y="1176335"/>
                </a:lnTo>
                <a:lnTo>
                  <a:pt x="0" y="117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89747" y="488389"/>
            <a:ext cx="14279880" cy="2593192"/>
            <a:chOff x="0" y="0"/>
            <a:chExt cx="2167467" cy="3936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67467" cy="393607"/>
            </a:xfrm>
            <a:custGeom>
              <a:avLst/>
              <a:gdLst/>
              <a:ahLst/>
              <a:cxnLst/>
              <a:rect l="l" t="t" r="r" b="b"/>
              <a:pathLst>
                <a:path w="2167467" h="393607">
                  <a:moveTo>
                    <a:pt x="47710" y="0"/>
                  </a:moveTo>
                  <a:lnTo>
                    <a:pt x="2119757" y="0"/>
                  </a:lnTo>
                  <a:cubicBezTo>
                    <a:pt x="2132410" y="0"/>
                    <a:pt x="2144546" y="5027"/>
                    <a:pt x="2153493" y="13974"/>
                  </a:cubicBezTo>
                  <a:cubicBezTo>
                    <a:pt x="2162440" y="22921"/>
                    <a:pt x="2167467" y="35056"/>
                    <a:pt x="2167467" y="47710"/>
                  </a:cubicBezTo>
                  <a:lnTo>
                    <a:pt x="2167467" y="345897"/>
                  </a:lnTo>
                  <a:cubicBezTo>
                    <a:pt x="2167467" y="358550"/>
                    <a:pt x="2162440" y="370686"/>
                    <a:pt x="2153493" y="379633"/>
                  </a:cubicBezTo>
                  <a:cubicBezTo>
                    <a:pt x="2144546" y="388580"/>
                    <a:pt x="2132410" y="393607"/>
                    <a:pt x="2119757" y="393607"/>
                  </a:cubicBezTo>
                  <a:lnTo>
                    <a:pt x="47710" y="393607"/>
                  </a:lnTo>
                  <a:cubicBezTo>
                    <a:pt x="35056" y="393607"/>
                    <a:pt x="22921" y="388580"/>
                    <a:pt x="13974" y="379633"/>
                  </a:cubicBezTo>
                  <a:cubicBezTo>
                    <a:pt x="5027" y="370686"/>
                    <a:pt x="0" y="358550"/>
                    <a:pt x="0" y="345897"/>
                  </a:cubicBezTo>
                  <a:lnTo>
                    <a:pt x="0" y="47710"/>
                  </a:lnTo>
                  <a:cubicBezTo>
                    <a:pt x="0" y="35056"/>
                    <a:pt x="5027" y="22921"/>
                    <a:pt x="13974" y="13974"/>
                  </a:cubicBezTo>
                  <a:cubicBezTo>
                    <a:pt x="22921" y="5027"/>
                    <a:pt x="35056" y="0"/>
                    <a:pt x="47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67467" cy="431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1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642552" y="1007430"/>
            <a:ext cx="5187079" cy="1555111"/>
          </a:xfrm>
          <a:custGeom>
            <a:avLst/>
            <a:gdLst/>
            <a:ahLst/>
            <a:cxnLst/>
            <a:rect l="l" t="t" r="r" b="b"/>
            <a:pathLst>
              <a:path w="5187079" h="1555111">
                <a:moveTo>
                  <a:pt x="0" y="0"/>
                </a:moveTo>
                <a:lnTo>
                  <a:pt x="5187079" y="0"/>
                </a:lnTo>
                <a:lnTo>
                  <a:pt x="5187079" y="1555110"/>
                </a:lnTo>
                <a:lnTo>
                  <a:pt x="0" y="1555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80201" y="1087743"/>
            <a:ext cx="4634324" cy="1394485"/>
          </a:xfrm>
          <a:custGeom>
            <a:avLst/>
            <a:gdLst/>
            <a:ahLst/>
            <a:cxnLst/>
            <a:rect l="l" t="t" r="r" b="b"/>
            <a:pathLst>
              <a:path w="4634324" h="1394485">
                <a:moveTo>
                  <a:pt x="0" y="0"/>
                </a:moveTo>
                <a:lnTo>
                  <a:pt x="4634324" y="0"/>
                </a:lnTo>
                <a:lnTo>
                  <a:pt x="4634324" y="1394484"/>
                </a:lnTo>
                <a:lnTo>
                  <a:pt x="0" y="1394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300" t="-44880" r="-15991" b="-457743"/>
            </a:stretch>
          </a:blipFill>
        </p:spPr>
      </p:sp>
      <p:grpSp>
        <p:nvGrpSpPr>
          <p:cNvPr id="11" name="Group 11"/>
          <p:cNvGrpSpPr/>
          <p:nvPr/>
        </p:nvGrpSpPr>
        <p:grpSpPr>
          <a:xfrm rot="299826">
            <a:off x="3305125" y="3408370"/>
            <a:ext cx="12956966" cy="12211886"/>
            <a:chOff x="0" y="0"/>
            <a:chExt cx="17275955" cy="16282515"/>
          </a:xfrm>
        </p:grpSpPr>
        <p:sp>
          <p:nvSpPr>
            <p:cNvPr id="12" name="Freeform 12"/>
            <p:cNvSpPr/>
            <p:nvPr/>
          </p:nvSpPr>
          <p:spPr>
            <a:xfrm>
              <a:off x="1669012" y="1746404"/>
              <a:ext cx="14045518" cy="14536111"/>
            </a:xfrm>
            <a:custGeom>
              <a:avLst/>
              <a:gdLst/>
              <a:ahLst/>
              <a:cxnLst/>
              <a:rect l="l" t="t" r="r" b="b"/>
              <a:pathLst>
                <a:path w="14045518" h="14536111">
                  <a:moveTo>
                    <a:pt x="0" y="0"/>
                  </a:moveTo>
                  <a:lnTo>
                    <a:pt x="14045518" y="0"/>
                  </a:lnTo>
                  <a:lnTo>
                    <a:pt x="14045518" y="14536111"/>
                  </a:lnTo>
                  <a:lnTo>
                    <a:pt x="0" y="14536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6854510" y="0"/>
              <a:ext cx="2032142" cy="2294211"/>
            </a:xfrm>
            <a:custGeom>
              <a:avLst/>
              <a:gdLst/>
              <a:ahLst/>
              <a:cxnLst/>
              <a:rect l="l" t="t" r="r" b="b"/>
              <a:pathLst>
                <a:path w="2032142" h="2294211">
                  <a:moveTo>
                    <a:pt x="0" y="0"/>
                  </a:moveTo>
                  <a:lnTo>
                    <a:pt x="2032142" y="0"/>
                  </a:lnTo>
                  <a:lnTo>
                    <a:pt x="2032142" y="2294211"/>
                  </a:lnTo>
                  <a:lnTo>
                    <a:pt x="0" y="2294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-371619">
              <a:off x="2572636" y="6812129"/>
              <a:ext cx="12238270" cy="8153748"/>
            </a:xfrm>
            <a:custGeom>
              <a:avLst/>
              <a:gdLst/>
              <a:ahLst/>
              <a:cxnLst/>
              <a:rect l="l" t="t" r="r" b="b"/>
              <a:pathLst>
                <a:path w="12238270" h="8153748">
                  <a:moveTo>
                    <a:pt x="0" y="0"/>
                  </a:moveTo>
                  <a:lnTo>
                    <a:pt x="12238270" y="0"/>
                  </a:lnTo>
                  <a:lnTo>
                    <a:pt x="12238270" y="8153748"/>
                  </a:lnTo>
                  <a:lnTo>
                    <a:pt x="0" y="8153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 rot="-379746">
              <a:off x="252917" y="7564547"/>
              <a:ext cx="16742820" cy="6009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363"/>
                </a:lnSpc>
              </a:pPr>
              <a:r>
                <a:rPr lang="en-US" sz="13116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&lt;&lt; CALL FOR </a:t>
              </a:r>
            </a:p>
            <a:p>
              <a:pPr algn="ctr">
                <a:lnSpc>
                  <a:spcPts val="18363"/>
                </a:lnSpc>
              </a:pPr>
              <a:r>
                <a:rPr lang="en-US" sz="13116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ABSTRACTS &gt;&gt;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633041" y="22993618"/>
            <a:ext cx="7139940" cy="1204865"/>
          </a:xfrm>
          <a:custGeom>
            <a:avLst/>
            <a:gdLst/>
            <a:ahLst/>
            <a:cxnLst/>
            <a:rect l="l" t="t" r="r" b="b"/>
            <a:pathLst>
              <a:path w="7139940" h="1204865">
                <a:moveTo>
                  <a:pt x="0" y="0"/>
                </a:moveTo>
                <a:lnTo>
                  <a:pt x="7139940" y="0"/>
                </a:lnTo>
                <a:lnTo>
                  <a:pt x="7139940" y="1204865"/>
                </a:lnTo>
                <a:lnTo>
                  <a:pt x="0" y="12048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-2478324" y="22993618"/>
            <a:ext cx="7139940" cy="1204865"/>
          </a:xfrm>
          <a:custGeom>
            <a:avLst/>
            <a:gdLst/>
            <a:ahLst/>
            <a:cxnLst/>
            <a:rect l="l" t="t" r="r" b="b"/>
            <a:pathLst>
              <a:path w="7139940" h="1204865">
                <a:moveTo>
                  <a:pt x="7139940" y="0"/>
                </a:moveTo>
                <a:lnTo>
                  <a:pt x="0" y="0"/>
                </a:lnTo>
                <a:lnTo>
                  <a:pt x="0" y="1204865"/>
                </a:lnTo>
                <a:lnTo>
                  <a:pt x="7139940" y="1204865"/>
                </a:lnTo>
                <a:lnTo>
                  <a:pt x="713994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896948" y="17572764"/>
            <a:ext cx="355058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3305326" y="17591814"/>
            <a:ext cx="355058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6291074" y="17572764"/>
            <a:ext cx="5277226" cy="5277226"/>
          </a:xfrm>
          <a:custGeom>
            <a:avLst/>
            <a:gdLst/>
            <a:ahLst/>
            <a:cxnLst/>
            <a:rect l="l" t="t" r="r" b="b"/>
            <a:pathLst>
              <a:path w="5277226" h="5277226">
                <a:moveTo>
                  <a:pt x="0" y="0"/>
                </a:moveTo>
                <a:lnTo>
                  <a:pt x="5277227" y="0"/>
                </a:lnTo>
                <a:lnTo>
                  <a:pt x="5277227" y="5277226"/>
                </a:lnTo>
                <a:lnTo>
                  <a:pt x="0" y="52772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80765" y="4421535"/>
            <a:ext cx="4382955" cy="98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86"/>
              </a:lnSpc>
              <a:spcBef>
                <a:spcPct val="0"/>
              </a:spcBef>
            </a:pPr>
            <a:r>
              <a:rPr lang="en-US" sz="5931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&lt;&lt; PILOT LOGO &gt;&gt;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4993" y="15614800"/>
            <a:ext cx="2669895" cy="988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86"/>
              </a:lnSpc>
              <a:spcBef>
                <a:spcPct val="0"/>
              </a:spcBef>
            </a:pPr>
            <a:r>
              <a:rPr lang="en-US" sz="5931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Deadline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09074" y="16613697"/>
            <a:ext cx="2126337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&lt;&lt;DD/MM/YYYY&gt;&gt;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81886" y="16623222"/>
            <a:ext cx="2690013" cy="34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&lt;&lt; SUBMISSION URL&gt;&gt;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82631" y="4421535"/>
            <a:ext cx="4599027" cy="9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86"/>
              </a:lnSpc>
              <a:spcBef>
                <a:spcPct val="0"/>
              </a:spcBef>
            </a:pPr>
            <a:r>
              <a:rPr lang="en-US" sz="5931" u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&lt;&lt; PILOT NAME &gt;&gt;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62834" y="15614800"/>
            <a:ext cx="3818666" cy="997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186"/>
              </a:lnSpc>
              <a:spcBef>
                <a:spcPct val="0"/>
              </a:spcBef>
            </a:pPr>
            <a:r>
              <a:rPr lang="en-US" sz="5931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Submit here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84501" y="23000872"/>
            <a:ext cx="7994602" cy="764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  <a:spcBef>
                <a:spcPct val="0"/>
              </a:spcBef>
            </a:pPr>
            <a:r>
              <a:rPr lang="en-US" sz="4574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FOR DETAILS: &lt;&lt; PILOT WEBSITE URL &gt;&gt;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63" y="3104043"/>
            <a:ext cx="17849850" cy="17604415"/>
          </a:xfrm>
          <a:custGeom>
            <a:avLst/>
            <a:gdLst/>
            <a:ahLst/>
            <a:cxnLst/>
            <a:rect l="l" t="t" r="r" b="b"/>
            <a:pathLst>
              <a:path w="17849850" h="17604415">
                <a:moveTo>
                  <a:pt x="0" y="0"/>
                </a:moveTo>
                <a:lnTo>
                  <a:pt x="17849850" y="0"/>
                </a:lnTo>
                <a:lnTo>
                  <a:pt x="17849850" y="17604414"/>
                </a:lnTo>
                <a:lnTo>
                  <a:pt x="0" y="17604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63" y="0"/>
            <a:ext cx="17849850" cy="23812500"/>
          </a:xfrm>
          <a:custGeom>
            <a:avLst/>
            <a:gdLst/>
            <a:ahLst/>
            <a:cxnLst/>
            <a:rect l="l" t="t" r="r" b="b"/>
            <a:pathLst>
              <a:path w="17849850" h="23812500">
                <a:moveTo>
                  <a:pt x="0" y="0"/>
                </a:moveTo>
                <a:lnTo>
                  <a:pt x="17849849" y="0"/>
                </a:lnTo>
                <a:lnTo>
                  <a:pt x="17849849" y="23812500"/>
                </a:lnTo>
                <a:lnTo>
                  <a:pt x="0" y="2381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16702" r="-1670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63" y="-1330625"/>
            <a:ext cx="17849850" cy="6231220"/>
          </a:xfrm>
          <a:custGeom>
            <a:avLst/>
            <a:gdLst/>
            <a:ahLst/>
            <a:cxnLst/>
            <a:rect l="l" t="t" r="r" b="b"/>
            <a:pathLst>
              <a:path w="17849850" h="6231220">
                <a:moveTo>
                  <a:pt x="0" y="0"/>
                </a:moveTo>
                <a:lnTo>
                  <a:pt x="17849849" y="0"/>
                </a:lnTo>
                <a:lnTo>
                  <a:pt x="17849849" y="6231220"/>
                </a:lnTo>
                <a:lnTo>
                  <a:pt x="0" y="623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t="-12499" b="-1249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59843" y="3081581"/>
            <a:ext cx="12939688" cy="1176335"/>
          </a:xfrm>
          <a:custGeom>
            <a:avLst/>
            <a:gdLst/>
            <a:ahLst/>
            <a:cxnLst/>
            <a:rect l="l" t="t" r="r" b="b"/>
            <a:pathLst>
              <a:path w="12939688" h="1176335">
                <a:moveTo>
                  <a:pt x="0" y="0"/>
                </a:moveTo>
                <a:lnTo>
                  <a:pt x="12939689" y="0"/>
                </a:lnTo>
                <a:lnTo>
                  <a:pt x="12939689" y="1176335"/>
                </a:lnTo>
                <a:lnTo>
                  <a:pt x="0" y="117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89747" y="488389"/>
            <a:ext cx="14279880" cy="2593192"/>
            <a:chOff x="0" y="0"/>
            <a:chExt cx="2167467" cy="3936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67467" cy="393607"/>
            </a:xfrm>
            <a:custGeom>
              <a:avLst/>
              <a:gdLst/>
              <a:ahLst/>
              <a:cxnLst/>
              <a:rect l="l" t="t" r="r" b="b"/>
              <a:pathLst>
                <a:path w="2167467" h="393607">
                  <a:moveTo>
                    <a:pt x="47710" y="0"/>
                  </a:moveTo>
                  <a:lnTo>
                    <a:pt x="2119757" y="0"/>
                  </a:lnTo>
                  <a:cubicBezTo>
                    <a:pt x="2132410" y="0"/>
                    <a:pt x="2144546" y="5027"/>
                    <a:pt x="2153493" y="13974"/>
                  </a:cubicBezTo>
                  <a:cubicBezTo>
                    <a:pt x="2162440" y="22921"/>
                    <a:pt x="2167467" y="35056"/>
                    <a:pt x="2167467" y="47710"/>
                  </a:cubicBezTo>
                  <a:lnTo>
                    <a:pt x="2167467" y="345897"/>
                  </a:lnTo>
                  <a:cubicBezTo>
                    <a:pt x="2167467" y="358550"/>
                    <a:pt x="2162440" y="370686"/>
                    <a:pt x="2153493" y="379633"/>
                  </a:cubicBezTo>
                  <a:cubicBezTo>
                    <a:pt x="2144546" y="388580"/>
                    <a:pt x="2132410" y="393607"/>
                    <a:pt x="2119757" y="393607"/>
                  </a:cubicBezTo>
                  <a:lnTo>
                    <a:pt x="47710" y="393607"/>
                  </a:lnTo>
                  <a:cubicBezTo>
                    <a:pt x="35056" y="393607"/>
                    <a:pt x="22921" y="388580"/>
                    <a:pt x="13974" y="379633"/>
                  </a:cubicBezTo>
                  <a:cubicBezTo>
                    <a:pt x="5027" y="370686"/>
                    <a:pt x="0" y="358550"/>
                    <a:pt x="0" y="345897"/>
                  </a:cubicBezTo>
                  <a:lnTo>
                    <a:pt x="0" y="47710"/>
                  </a:lnTo>
                  <a:cubicBezTo>
                    <a:pt x="0" y="35056"/>
                    <a:pt x="5027" y="22921"/>
                    <a:pt x="13974" y="13974"/>
                  </a:cubicBezTo>
                  <a:cubicBezTo>
                    <a:pt x="22921" y="5027"/>
                    <a:pt x="35056" y="0"/>
                    <a:pt x="47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67467" cy="431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1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642552" y="1007430"/>
            <a:ext cx="5187079" cy="1555111"/>
          </a:xfrm>
          <a:custGeom>
            <a:avLst/>
            <a:gdLst/>
            <a:ahLst/>
            <a:cxnLst/>
            <a:rect l="l" t="t" r="r" b="b"/>
            <a:pathLst>
              <a:path w="5187079" h="1555111">
                <a:moveTo>
                  <a:pt x="0" y="0"/>
                </a:moveTo>
                <a:lnTo>
                  <a:pt x="5187079" y="0"/>
                </a:lnTo>
                <a:lnTo>
                  <a:pt x="5187079" y="1555110"/>
                </a:lnTo>
                <a:lnTo>
                  <a:pt x="0" y="1555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580201" y="1087743"/>
            <a:ext cx="4634324" cy="1394485"/>
          </a:xfrm>
          <a:custGeom>
            <a:avLst/>
            <a:gdLst/>
            <a:ahLst/>
            <a:cxnLst/>
            <a:rect l="l" t="t" r="r" b="b"/>
            <a:pathLst>
              <a:path w="4634324" h="1394485">
                <a:moveTo>
                  <a:pt x="0" y="0"/>
                </a:moveTo>
                <a:lnTo>
                  <a:pt x="4634324" y="0"/>
                </a:lnTo>
                <a:lnTo>
                  <a:pt x="4634324" y="1394484"/>
                </a:lnTo>
                <a:lnTo>
                  <a:pt x="0" y="1394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300" t="-44880" r="-15991" b="-457743"/>
            </a:stretch>
          </a:blipFill>
        </p:spPr>
      </p:sp>
      <p:grpSp>
        <p:nvGrpSpPr>
          <p:cNvPr id="11" name="Group 11"/>
          <p:cNvGrpSpPr/>
          <p:nvPr/>
        </p:nvGrpSpPr>
        <p:grpSpPr>
          <a:xfrm rot="299826">
            <a:off x="3305125" y="3408370"/>
            <a:ext cx="12956966" cy="12211886"/>
            <a:chOff x="0" y="0"/>
            <a:chExt cx="17275955" cy="16282515"/>
          </a:xfrm>
        </p:grpSpPr>
        <p:sp>
          <p:nvSpPr>
            <p:cNvPr id="12" name="Freeform 12"/>
            <p:cNvSpPr/>
            <p:nvPr/>
          </p:nvSpPr>
          <p:spPr>
            <a:xfrm>
              <a:off x="1669012" y="1746404"/>
              <a:ext cx="14045518" cy="14536111"/>
            </a:xfrm>
            <a:custGeom>
              <a:avLst/>
              <a:gdLst/>
              <a:ahLst/>
              <a:cxnLst/>
              <a:rect l="l" t="t" r="r" b="b"/>
              <a:pathLst>
                <a:path w="14045518" h="14536111">
                  <a:moveTo>
                    <a:pt x="0" y="0"/>
                  </a:moveTo>
                  <a:lnTo>
                    <a:pt x="14045518" y="0"/>
                  </a:lnTo>
                  <a:lnTo>
                    <a:pt x="14045518" y="14536111"/>
                  </a:lnTo>
                  <a:lnTo>
                    <a:pt x="0" y="14536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6854510" y="0"/>
              <a:ext cx="2032142" cy="2294211"/>
            </a:xfrm>
            <a:custGeom>
              <a:avLst/>
              <a:gdLst/>
              <a:ahLst/>
              <a:cxnLst/>
              <a:rect l="l" t="t" r="r" b="b"/>
              <a:pathLst>
                <a:path w="2032142" h="2294211">
                  <a:moveTo>
                    <a:pt x="0" y="0"/>
                  </a:moveTo>
                  <a:lnTo>
                    <a:pt x="2032142" y="0"/>
                  </a:lnTo>
                  <a:lnTo>
                    <a:pt x="2032142" y="2294211"/>
                  </a:lnTo>
                  <a:lnTo>
                    <a:pt x="0" y="2294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-371619">
              <a:off x="2572636" y="6812129"/>
              <a:ext cx="12238270" cy="8153748"/>
            </a:xfrm>
            <a:custGeom>
              <a:avLst/>
              <a:gdLst/>
              <a:ahLst/>
              <a:cxnLst/>
              <a:rect l="l" t="t" r="r" b="b"/>
              <a:pathLst>
                <a:path w="12238270" h="8153748">
                  <a:moveTo>
                    <a:pt x="0" y="0"/>
                  </a:moveTo>
                  <a:lnTo>
                    <a:pt x="12238270" y="0"/>
                  </a:lnTo>
                  <a:lnTo>
                    <a:pt x="12238270" y="8153748"/>
                  </a:lnTo>
                  <a:lnTo>
                    <a:pt x="0" y="8153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 rot="-379746">
              <a:off x="252917" y="7564547"/>
              <a:ext cx="16742820" cy="6009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363"/>
                </a:lnSpc>
              </a:pPr>
              <a:r>
                <a:rPr lang="en-US" sz="13116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&lt;&lt; CALL FOR </a:t>
              </a:r>
            </a:p>
            <a:p>
              <a:pPr algn="ctr">
                <a:lnSpc>
                  <a:spcPts val="18363"/>
                </a:lnSpc>
              </a:pPr>
              <a:r>
                <a:rPr lang="en-US" sz="13116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ABSTRACTS &gt;&gt;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633041" y="22993618"/>
            <a:ext cx="7139940" cy="1204865"/>
          </a:xfrm>
          <a:custGeom>
            <a:avLst/>
            <a:gdLst/>
            <a:ahLst/>
            <a:cxnLst/>
            <a:rect l="l" t="t" r="r" b="b"/>
            <a:pathLst>
              <a:path w="7139940" h="1204865">
                <a:moveTo>
                  <a:pt x="0" y="0"/>
                </a:moveTo>
                <a:lnTo>
                  <a:pt x="7139940" y="0"/>
                </a:lnTo>
                <a:lnTo>
                  <a:pt x="7139940" y="1204865"/>
                </a:lnTo>
                <a:lnTo>
                  <a:pt x="0" y="12048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-2478324" y="22993618"/>
            <a:ext cx="7139940" cy="1204865"/>
          </a:xfrm>
          <a:custGeom>
            <a:avLst/>
            <a:gdLst/>
            <a:ahLst/>
            <a:cxnLst/>
            <a:rect l="l" t="t" r="r" b="b"/>
            <a:pathLst>
              <a:path w="7139940" h="1204865">
                <a:moveTo>
                  <a:pt x="7139940" y="0"/>
                </a:moveTo>
                <a:lnTo>
                  <a:pt x="0" y="0"/>
                </a:lnTo>
                <a:lnTo>
                  <a:pt x="0" y="1204865"/>
                </a:lnTo>
                <a:lnTo>
                  <a:pt x="7139940" y="1204865"/>
                </a:lnTo>
                <a:lnTo>
                  <a:pt x="713994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896948" y="17572764"/>
            <a:ext cx="355058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3305326" y="17591814"/>
            <a:ext cx="355058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374993" y="15614800"/>
            <a:ext cx="2669895" cy="987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86"/>
              </a:lnSpc>
              <a:spcBef>
                <a:spcPct val="0"/>
              </a:spcBef>
            </a:pPr>
            <a:r>
              <a:rPr lang="en-US" sz="5931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Deadline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9074" y="16613697"/>
            <a:ext cx="2126337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&lt;&lt;DD/MM/YYYY&gt;&gt;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81886" y="16623222"/>
            <a:ext cx="2690013" cy="34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&lt;&lt; SUBMISSION URL&gt;&gt;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30447" y="19582539"/>
            <a:ext cx="8969653" cy="1223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31"/>
              </a:lnSpc>
              <a:spcBef>
                <a:spcPct val="0"/>
              </a:spcBef>
            </a:pPr>
            <a:r>
              <a:rPr lang="en-US" sz="3573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&lt;&lt; Textual Rules/Regulations as per Pilot &gt;&gt;</a:t>
            </a:r>
          </a:p>
          <a:p>
            <a:pPr marL="0" lvl="0" indent="0" algn="ctr">
              <a:lnSpc>
                <a:spcPts val="4931"/>
              </a:lnSpc>
              <a:spcBef>
                <a:spcPct val="0"/>
              </a:spcBef>
            </a:pPr>
            <a:r>
              <a:rPr lang="en-US" sz="3573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(IF NEEDED)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82631" y="4421535"/>
            <a:ext cx="4599027" cy="9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86"/>
              </a:lnSpc>
              <a:spcBef>
                <a:spcPct val="0"/>
              </a:spcBef>
            </a:pPr>
            <a:r>
              <a:rPr lang="en-US" sz="5931" u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&lt;&lt; PILOT NAME &gt;&gt;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62834" y="15614800"/>
            <a:ext cx="3894866" cy="997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186"/>
              </a:lnSpc>
              <a:spcBef>
                <a:spcPct val="0"/>
              </a:spcBef>
            </a:pPr>
            <a:r>
              <a:rPr lang="en-US" sz="5931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Submit here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85771" y="23000872"/>
            <a:ext cx="7975929" cy="764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  <a:spcBef>
                <a:spcPct val="0"/>
              </a:spcBef>
            </a:pPr>
            <a:r>
              <a:rPr lang="en-US" sz="4574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FOR DETAILS: &lt;&lt; PILOT WEBSITE URL &gt;&gt;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63" y="3104043"/>
            <a:ext cx="17849850" cy="17604415"/>
          </a:xfrm>
          <a:custGeom>
            <a:avLst/>
            <a:gdLst/>
            <a:ahLst/>
            <a:cxnLst/>
            <a:rect l="l" t="t" r="r" b="b"/>
            <a:pathLst>
              <a:path w="17849850" h="17604415">
                <a:moveTo>
                  <a:pt x="0" y="0"/>
                </a:moveTo>
                <a:lnTo>
                  <a:pt x="17849850" y="0"/>
                </a:lnTo>
                <a:lnTo>
                  <a:pt x="17849850" y="17604414"/>
                </a:lnTo>
                <a:lnTo>
                  <a:pt x="0" y="17604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63" y="-1330625"/>
            <a:ext cx="17849850" cy="6231220"/>
          </a:xfrm>
          <a:custGeom>
            <a:avLst/>
            <a:gdLst/>
            <a:ahLst/>
            <a:cxnLst/>
            <a:rect l="l" t="t" r="r" b="b"/>
            <a:pathLst>
              <a:path w="17849850" h="6231220">
                <a:moveTo>
                  <a:pt x="0" y="0"/>
                </a:moveTo>
                <a:lnTo>
                  <a:pt x="17849849" y="0"/>
                </a:lnTo>
                <a:lnTo>
                  <a:pt x="17849849" y="6231220"/>
                </a:lnTo>
                <a:lnTo>
                  <a:pt x="0" y="6231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t="-12499" b="-1249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9843" y="3081581"/>
            <a:ext cx="12939688" cy="1176335"/>
          </a:xfrm>
          <a:custGeom>
            <a:avLst/>
            <a:gdLst/>
            <a:ahLst/>
            <a:cxnLst/>
            <a:rect l="l" t="t" r="r" b="b"/>
            <a:pathLst>
              <a:path w="12939688" h="1176335">
                <a:moveTo>
                  <a:pt x="0" y="0"/>
                </a:moveTo>
                <a:lnTo>
                  <a:pt x="12939689" y="0"/>
                </a:lnTo>
                <a:lnTo>
                  <a:pt x="12939689" y="1176335"/>
                </a:lnTo>
                <a:lnTo>
                  <a:pt x="0" y="117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89747" y="488389"/>
            <a:ext cx="14279880" cy="2593192"/>
            <a:chOff x="0" y="0"/>
            <a:chExt cx="2167467" cy="3936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467" cy="393607"/>
            </a:xfrm>
            <a:custGeom>
              <a:avLst/>
              <a:gdLst/>
              <a:ahLst/>
              <a:cxnLst/>
              <a:rect l="l" t="t" r="r" b="b"/>
              <a:pathLst>
                <a:path w="2167467" h="393607">
                  <a:moveTo>
                    <a:pt x="47710" y="0"/>
                  </a:moveTo>
                  <a:lnTo>
                    <a:pt x="2119757" y="0"/>
                  </a:lnTo>
                  <a:cubicBezTo>
                    <a:pt x="2132410" y="0"/>
                    <a:pt x="2144546" y="5027"/>
                    <a:pt x="2153493" y="13974"/>
                  </a:cubicBezTo>
                  <a:cubicBezTo>
                    <a:pt x="2162440" y="22921"/>
                    <a:pt x="2167467" y="35056"/>
                    <a:pt x="2167467" y="47710"/>
                  </a:cubicBezTo>
                  <a:lnTo>
                    <a:pt x="2167467" y="345897"/>
                  </a:lnTo>
                  <a:cubicBezTo>
                    <a:pt x="2167467" y="358550"/>
                    <a:pt x="2162440" y="370686"/>
                    <a:pt x="2153493" y="379633"/>
                  </a:cubicBezTo>
                  <a:cubicBezTo>
                    <a:pt x="2144546" y="388580"/>
                    <a:pt x="2132410" y="393607"/>
                    <a:pt x="2119757" y="393607"/>
                  </a:cubicBezTo>
                  <a:lnTo>
                    <a:pt x="47710" y="393607"/>
                  </a:lnTo>
                  <a:cubicBezTo>
                    <a:pt x="35056" y="393607"/>
                    <a:pt x="22921" y="388580"/>
                    <a:pt x="13974" y="379633"/>
                  </a:cubicBezTo>
                  <a:cubicBezTo>
                    <a:pt x="5027" y="370686"/>
                    <a:pt x="0" y="358550"/>
                    <a:pt x="0" y="345897"/>
                  </a:cubicBezTo>
                  <a:lnTo>
                    <a:pt x="0" y="47710"/>
                  </a:lnTo>
                  <a:cubicBezTo>
                    <a:pt x="0" y="35056"/>
                    <a:pt x="5027" y="22921"/>
                    <a:pt x="13974" y="13974"/>
                  </a:cubicBezTo>
                  <a:cubicBezTo>
                    <a:pt x="22921" y="5027"/>
                    <a:pt x="35056" y="0"/>
                    <a:pt x="47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67467" cy="431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642552" y="1007430"/>
            <a:ext cx="5187079" cy="1555111"/>
          </a:xfrm>
          <a:custGeom>
            <a:avLst/>
            <a:gdLst/>
            <a:ahLst/>
            <a:cxnLst/>
            <a:rect l="l" t="t" r="r" b="b"/>
            <a:pathLst>
              <a:path w="5187079" h="1555111">
                <a:moveTo>
                  <a:pt x="0" y="0"/>
                </a:moveTo>
                <a:lnTo>
                  <a:pt x="5187079" y="0"/>
                </a:lnTo>
                <a:lnTo>
                  <a:pt x="5187079" y="1555110"/>
                </a:lnTo>
                <a:lnTo>
                  <a:pt x="0" y="1555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580201" y="1087743"/>
            <a:ext cx="4634324" cy="1394485"/>
          </a:xfrm>
          <a:custGeom>
            <a:avLst/>
            <a:gdLst/>
            <a:ahLst/>
            <a:cxnLst/>
            <a:rect l="l" t="t" r="r" b="b"/>
            <a:pathLst>
              <a:path w="4634324" h="1394485">
                <a:moveTo>
                  <a:pt x="0" y="0"/>
                </a:moveTo>
                <a:lnTo>
                  <a:pt x="4634324" y="0"/>
                </a:lnTo>
                <a:lnTo>
                  <a:pt x="4634324" y="1394484"/>
                </a:lnTo>
                <a:lnTo>
                  <a:pt x="0" y="1394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300" t="-44880" r="-15991" b="-45774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633041" y="22993618"/>
            <a:ext cx="7139940" cy="1204865"/>
          </a:xfrm>
          <a:custGeom>
            <a:avLst/>
            <a:gdLst/>
            <a:ahLst/>
            <a:cxnLst/>
            <a:rect l="l" t="t" r="r" b="b"/>
            <a:pathLst>
              <a:path w="7139940" h="1204865">
                <a:moveTo>
                  <a:pt x="0" y="0"/>
                </a:moveTo>
                <a:lnTo>
                  <a:pt x="7139940" y="0"/>
                </a:lnTo>
                <a:lnTo>
                  <a:pt x="7139940" y="1204865"/>
                </a:lnTo>
                <a:lnTo>
                  <a:pt x="0" y="12048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-2478324" y="22993618"/>
            <a:ext cx="7139940" cy="1204865"/>
          </a:xfrm>
          <a:custGeom>
            <a:avLst/>
            <a:gdLst/>
            <a:ahLst/>
            <a:cxnLst/>
            <a:rect l="l" t="t" r="r" b="b"/>
            <a:pathLst>
              <a:path w="7139940" h="1204865">
                <a:moveTo>
                  <a:pt x="7139940" y="0"/>
                </a:moveTo>
                <a:lnTo>
                  <a:pt x="0" y="0"/>
                </a:lnTo>
                <a:lnTo>
                  <a:pt x="0" y="1204865"/>
                </a:lnTo>
                <a:lnTo>
                  <a:pt x="7139940" y="1204865"/>
                </a:lnTo>
                <a:lnTo>
                  <a:pt x="713994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826389" y="4421535"/>
            <a:ext cx="4206597" cy="9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86"/>
              </a:lnSpc>
              <a:spcBef>
                <a:spcPct val="0"/>
              </a:spcBef>
            </a:pPr>
            <a:r>
              <a:rPr lang="en-US" sz="5931" u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&lt;&lt; PILOT LOGO&gt;&gt;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9748" y="5360963"/>
            <a:ext cx="14279880" cy="3254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3"/>
              </a:lnSpc>
              <a:spcBef>
                <a:spcPct val="0"/>
              </a:spcBef>
            </a:pPr>
            <a:r>
              <a:rPr lang="en-US" sz="19132">
                <a:solidFill>
                  <a:srgbClr val="0A415C"/>
                </a:solidFill>
                <a:latin typeface="Anton"/>
                <a:ea typeface="Anton"/>
                <a:cs typeface="Anton"/>
                <a:sym typeface="Anton"/>
              </a:rPr>
              <a:t>ANNOUNCEMENT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9746" y="20056730"/>
            <a:ext cx="2794953" cy="764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  <a:spcBef>
                <a:spcPct val="0"/>
              </a:spcBef>
            </a:pPr>
            <a:r>
              <a:rPr lang="en-US" sz="4574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FOR DETAILS: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2721" y="9148561"/>
            <a:ext cx="9913932" cy="121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1"/>
              </a:lnSpc>
              <a:spcBef>
                <a:spcPct val="0"/>
              </a:spcBef>
            </a:pPr>
            <a:r>
              <a:rPr lang="en-US" sz="357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&lt;&lt;Add Textual Content for any type of YESIST12 Related Announcements&gt;&gt;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9748" y="20804288"/>
            <a:ext cx="5080952" cy="1223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31"/>
              </a:lnSpc>
            </a:pPr>
            <a:r>
              <a:rPr lang="en-US" sz="3573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&lt;&lt;Pilot Website&gt;&gt;</a:t>
            </a:r>
          </a:p>
          <a:p>
            <a:pPr algn="l">
              <a:lnSpc>
                <a:spcPts val="4931"/>
              </a:lnSpc>
              <a:spcBef>
                <a:spcPct val="0"/>
              </a:spcBef>
            </a:pPr>
            <a:r>
              <a:rPr lang="en-US" sz="3573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https://ieeeyesist12.org/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</Words>
  <Application>Microsoft Office PowerPoint</Application>
  <PresentationFormat>Custom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Anton</vt:lpstr>
      <vt:lpstr>Calibri</vt:lpstr>
      <vt:lpstr>Roboto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 Posters</dc:title>
  <cp:lastModifiedBy>Alex A</cp:lastModifiedBy>
  <cp:revision>2</cp:revision>
  <dcterms:created xsi:type="dcterms:W3CDTF">2006-08-16T00:00:00Z</dcterms:created>
  <dcterms:modified xsi:type="dcterms:W3CDTF">2026-01-19T04:40:15Z</dcterms:modified>
  <dc:identifier>DAG-mbqrg4E</dc:identifier>
</cp:coreProperties>
</file>