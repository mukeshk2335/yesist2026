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Playfair Display" charset="1" panose="00000500000000000000"/>
      <p:regular r:id="rId7"/>
    </p:embeddedFont>
    <p:embeddedFont>
      <p:font typeface="Playfair Display Bold" charset="1" panose="00000800000000000000"/>
      <p:regular r:id="rId8"/>
    </p:embeddedFont>
    <p:embeddedFont>
      <p:font typeface="Droid Serif" charset="1" panose="02020600060500020200"/>
      <p:regular r:id="rId9"/>
    </p:embeddedFont>
    <p:embeddedFont>
      <p:font typeface="Droid Serif Bold" charset="1" panose="020208000605000202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7030559" y="3699282"/>
            <a:ext cx="6392328" cy="6562164"/>
            <a:chOff x="0" y="0"/>
            <a:chExt cx="8523104" cy="8749552"/>
          </a:xfrm>
        </p:grpSpPr>
        <p:sp>
          <p:nvSpPr>
            <p:cNvPr name="Freeform 3" id="3"/>
            <p:cNvSpPr/>
            <p:nvPr/>
          </p:nvSpPr>
          <p:spPr>
            <a:xfrm flipH="true" flipV="false" rot="-2700000">
              <a:off x="1070834" y="4465252"/>
              <a:ext cx="8029416" cy="1693477"/>
            </a:xfrm>
            <a:custGeom>
              <a:avLst/>
              <a:gdLst/>
              <a:ahLst/>
              <a:cxnLst/>
              <a:rect r="r" b="b" t="t" l="l"/>
              <a:pathLst>
                <a:path h="1693477" w="8029416">
                  <a:moveTo>
                    <a:pt x="8029416" y="0"/>
                  </a:moveTo>
                  <a:lnTo>
                    <a:pt x="0" y="0"/>
                  </a:lnTo>
                  <a:lnTo>
                    <a:pt x="0" y="1693476"/>
                  </a:lnTo>
                  <a:lnTo>
                    <a:pt x="8029416" y="1693476"/>
                  </a:lnTo>
                  <a:lnTo>
                    <a:pt x="802941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2700000">
              <a:off x="386874" y="2011073"/>
              <a:ext cx="7413355" cy="4164958"/>
            </a:xfrm>
            <a:custGeom>
              <a:avLst/>
              <a:gdLst/>
              <a:ahLst/>
              <a:cxnLst/>
              <a:rect r="r" b="b" t="t" l="l"/>
              <a:pathLst>
                <a:path h="4164958" w="7413355">
                  <a:moveTo>
                    <a:pt x="0" y="0"/>
                  </a:moveTo>
                  <a:lnTo>
                    <a:pt x="7413355" y="0"/>
                  </a:lnTo>
                  <a:lnTo>
                    <a:pt x="7413355" y="4164958"/>
                  </a:lnTo>
                  <a:lnTo>
                    <a:pt x="0" y="4164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5400000">
            <a:off x="-2700506" y="3699282"/>
            <a:ext cx="6392328" cy="6562164"/>
            <a:chOff x="0" y="0"/>
            <a:chExt cx="8523104" cy="8749552"/>
          </a:xfrm>
        </p:grpSpPr>
        <p:sp>
          <p:nvSpPr>
            <p:cNvPr name="Freeform 6" id="6"/>
            <p:cNvSpPr/>
            <p:nvPr/>
          </p:nvSpPr>
          <p:spPr>
            <a:xfrm flipH="true" flipV="false" rot="-2700000">
              <a:off x="1070834" y="4465252"/>
              <a:ext cx="8029416" cy="1693477"/>
            </a:xfrm>
            <a:custGeom>
              <a:avLst/>
              <a:gdLst/>
              <a:ahLst/>
              <a:cxnLst/>
              <a:rect r="r" b="b" t="t" l="l"/>
              <a:pathLst>
                <a:path h="1693477" w="8029416">
                  <a:moveTo>
                    <a:pt x="8029416" y="0"/>
                  </a:moveTo>
                  <a:lnTo>
                    <a:pt x="0" y="0"/>
                  </a:lnTo>
                  <a:lnTo>
                    <a:pt x="0" y="1693476"/>
                  </a:lnTo>
                  <a:lnTo>
                    <a:pt x="8029416" y="1693476"/>
                  </a:lnTo>
                  <a:lnTo>
                    <a:pt x="802941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2700000">
              <a:off x="386874" y="2011073"/>
              <a:ext cx="7413355" cy="4164958"/>
            </a:xfrm>
            <a:custGeom>
              <a:avLst/>
              <a:gdLst/>
              <a:ahLst/>
              <a:cxnLst/>
              <a:rect r="r" b="b" t="t" l="l"/>
              <a:pathLst>
                <a:path h="4164958" w="7413355">
                  <a:moveTo>
                    <a:pt x="0" y="0"/>
                  </a:moveTo>
                  <a:lnTo>
                    <a:pt x="7413355" y="0"/>
                  </a:lnTo>
                  <a:lnTo>
                    <a:pt x="7413355" y="4164958"/>
                  </a:lnTo>
                  <a:lnTo>
                    <a:pt x="0" y="4164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700506" y="-2710164"/>
            <a:ext cx="6392328" cy="6562164"/>
            <a:chOff x="0" y="0"/>
            <a:chExt cx="8523104" cy="8749552"/>
          </a:xfrm>
        </p:grpSpPr>
        <p:sp>
          <p:nvSpPr>
            <p:cNvPr name="Freeform 9" id="9"/>
            <p:cNvSpPr/>
            <p:nvPr/>
          </p:nvSpPr>
          <p:spPr>
            <a:xfrm flipH="true" flipV="false" rot="-2700000">
              <a:off x="1070834" y="4465252"/>
              <a:ext cx="8029416" cy="1693477"/>
            </a:xfrm>
            <a:custGeom>
              <a:avLst/>
              <a:gdLst/>
              <a:ahLst/>
              <a:cxnLst/>
              <a:rect r="r" b="b" t="t" l="l"/>
              <a:pathLst>
                <a:path h="1693477" w="8029416">
                  <a:moveTo>
                    <a:pt x="8029416" y="0"/>
                  </a:moveTo>
                  <a:lnTo>
                    <a:pt x="0" y="0"/>
                  </a:lnTo>
                  <a:lnTo>
                    <a:pt x="0" y="1693476"/>
                  </a:lnTo>
                  <a:lnTo>
                    <a:pt x="8029416" y="1693476"/>
                  </a:lnTo>
                  <a:lnTo>
                    <a:pt x="802941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2700000">
              <a:off x="386874" y="2011073"/>
              <a:ext cx="7413355" cy="4164958"/>
            </a:xfrm>
            <a:custGeom>
              <a:avLst/>
              <a:gdLst/>
              <a:ahLst/>
              <a:cxnLst/>
              <a:rect r="r" b="b" t="t" l="l"/>
              <a:pathLst>
                <a:path h="4164958" w="7413355">
                  <a:moveTo>
                    <a:pt x="0" y="0"/>
                  </a:moveTo>
                  <a:lnTo>
                    <a:pt x="7413355" y="0"/>
                  </a:lnTo>
                  <a:lnTo>
                    <a:pt x="7413355" y="4164958"/>
                  </a:lnTo>
                  <a:lnTo>
                    <a:pt x="0" y="4164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7397791" y="-2599332"/>
            <a:ext cx="6392328" cy="6562164"/>
            <a:chOff x="0" y="0"/>
            <a:chExt cx="8523104" cy="8749552"/>
          </a:xfrm>
        </p:grpSpPr>
        <p:sp>
          <p:nvSpPr>
            <p:cNvPr name="Freeform 12" id="12"/>
            <p:cNvSpPr/>
            <p:nvPr/>
          </p:nvSpPr>
          <p:spPr>
            <a:xfrm flipH="true" flipV="false" rot="-2700000">
              <a:off x="1070834" y="4465252"/>
              <a:ext cx="8029416" cy="1693477"/>
            </a:xfrm>
            <a:custGeom>
              <a:avLst/>
              <a:gdLst/>
              <a:ahLst/>
              <a:cxnLst/>
              <a:rect r="r" b="b" t="t" l="l"/>
              <a:pathLst>
                <a:path h="1693477" w="8029416">
                  <a:moveTo>
                    <a:pt x="8029416" y="0"/>
                  </a:moveTo>
                  <a:lnTo>
                    <a:pt x="0" y="0"/>
                  </a:lnTo>
                  <a:lnTo>
                    <a:pt x="0" y="1693476"/>
                  </a:lnTo>
                  <a:lnTo>
                    <a:pt x="8029416" y="1693476"/>
                  </a:lnTo>
                  <a:lnTo>
                    <a:pt x="802941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2700000">
              <a:off x="386874" y="2011073"/>
              <a:ext cx="7413355" cy="4164958"/>
            </a:xfrm>
            <a:custGeom>
              <a:avLst/>
              <a:gdLst/>
              <a:ahLst/>
              <a:cxnLst/>
              <a:rect r="r" b="b" t="t" l="l"/>
              <a:pathLst>
                <a:path h="4164958" w="7413355">
                  <a:moveTo>
                    <a:pt x="0" y="0"/>
                  </a:moveTo>
                  <a:lnTo>
                    <a:pt x="7413355" y="0"/>
                  </a:lnTo>
                  <a:lnTo>
                    <a:pt x="7413355" y="4164958"/>
                  </a:lnTo>
                  <a:lnTo>
                    <a:pt x="0" y="4164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5277" y="317720"/>
            <a:ext cx="9761446" cy="6780561"/>
            <a:chOff x="0" y="0"/>
            <a:chExt cx="3498282" cy="243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98282" cy="2430000"/>
            </a:xfrm>
            <a:custGeom>
              <a:avLst/>
              <a:gdLst/>
              <a:ahLst/>
              <a:cxnLst/>
              <a:rect r="r" b="b" t="t" l="l"/>
              <a:pathLst>
                <a:path h="2430000" w="3498282">
                  <a:moveTo>
                    <a:pt x="0" y="0"/>
                  </a:moveTo>
                  <a:lnTo>
                    <a:pt x="3498282" y="0"/>
                  </a:lnTo>
                  <a:lnTo>
                    <a:pt x="3498282" y="2430000"/>
                  </a:lnTo>
                  <a:lnTo>
                    <a:pt x="0" y="2430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498282" cy="247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2051752" y="5975579"/>
            <a:ext cx="2087728" cy="0"/>
          </a:xfrm>
          <a:prstGeom prst="line">
            <a:avLst/>
          </a:prstGeom>
          <a:ln cap="flat" w="9525">
            <a:solidFill>
              <a:srgbClr val="BC9C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466620" y="5975579"/>
            <a:ext cx="2087728" cy="0"/>
          </a:xfrm>
          <a:prstGeom prst="line">
            <a:avLst/>
          </a:prstGeom>
          <a:ln cap="flat" w="9525">
            <a:solidFill>
              <a:srgbClr val="BC9C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5123845" y="5656015"/>
            <a:ext cx="444310" cy="423205"/>
          </a:xfrm>
          <a:custGeom>
            <a:avLst/>
            <a:gdLst/>
            <a:ahLst/>
            <a:cxnLst/>
            <a:rect r="r" b="b" t="t" l="l"/>
            <a:pathLst>
              <a:path h="423205" w="444310">
                <a:moveTo>
                  <a:pt x="0" y="0"/>
                </a:moveTo>
                <a:lnTo>
                  <a:pt x="444310" y="0"/>
                </a:lnTo>
                <a:lnTo>
                  <a:pt x="444310" y="423205"/>
                </a:lnTo>
                <a:lnTo>
                  <a:pt x="0" y="423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552648" y="517259"/>
            <a:ext cx="7586703" cy="600741"/>
            <a:chOff x="0" y="0"/>
            <a:chExt cx="10115604" cy="8009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556439" y="30415"/>
              <a:ext cx="2739975" cy="740158"/>
            </a:xfrm>
            <a:custGeom>
              <a:avLst/>
              <a:gdLst/>
              <a:ahLst/>
              <a:cxnLst/>
              <a:rect r="r" b="b" t="t" l="l"/>
              <a:pathLst>
                <a:path h="740158" w="2739975">
                  <a:moveTo>
                    <a:pt x="0" y="0"/>
                  </a:moveTo>
                  <a:lnTo>
                    <a:pt x="2739975" y="0"/>
                  </a:lnTo>
                  <a:lnTo>
                    <a:pt x="2739975" y="740158"/>
                  </a:lnTo>
                  <a:lnTo>
                    <a:pt x="0" y="740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7865" r="0" b="-24836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69960" cy="800988"/>
            </a:xfrm>
            <a:custGeom>
              <a:avLst/>
              <a:gdLst/>
              <a:ahLst/>
              <a:cxnLst/>
              <a:rect r="r" b="b" t="t" l="l"/>
              <a:pathLst>
                <a:path h="800988" w="2669960">
                  <a:moveTo>
                    <a:pt x="0" y="0"/>
                  </a:moveTo>
                  <a:lnTo>
                    <a:pt x="2669960" y="0"/>
                  </a:lnTo>
                  <a:lnTo>
                    <a:pt x="2669960" y="800988"/>
                  </a:lnTo>
                  <a:lnTo>
                    <a:pt x="0" y="800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7182893" y="38670"/>
              <a:ext cx="2932711" cy="723647"/>
            </a:xfrm>
            <a:custGeom>
              <a:avLst/>
              <a:gdLst/>
              <a:ahLst/>
              <a:cxnLst/>
              <a:rect r="r" b="b" t="t" l="l"/>
              <a:pathLst>
                <a:path h="723647" w="2932711">
                  <a:moveTo>
                    <a:pt x="0" y="0"/>
                  </a:moveTo>
                  <a:lnTo>
                    <a:pt x="2932711" y="0"/>
                  </a:lnTo>
                  <a:lnTo>
                    <a:pt x="2932711" y="723648"/>
                  </a:lnTo>
                  <a:lnTo>
                    <a:pt x="0" y="72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8660" r="0" b="-228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-10800000">
            <a:off x="3207600" y="3708000"/>
            <a:ext cx="4276800" cy="303264"/>
          </a:xfrm>
          <a:custGeom>
            <a:avLst/>
            <a:gdLst/>
            <a:ahLst/>
            <a:cxnLst/>
            <a:rect r="r" b="b" t="t" l="l"/>
            <a:pathLst>
              <a:path h="303264" w="4276800">
                <a:moveTo>
                  <a:pt x="0" y="0"/>
                </a:moveTo>
                <a:lnTo>
                  <a:pt x="4276800" y="0"/>
                </a:lnTo>
                <a:lnTo>
                  <a:pt x="4276800" y="303264"/>
                </a:lnTo>
                <a:lnTo>
                  <a:pt x="0" y="3032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050102" y="2806568"/>
            <a:ext cx="4589231" cy="81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1"/>
              </a:lnSpc>
            </a:pPr>
            <a:r>
              <a:rPr lang="en-US" sz="4822">
                <a:solidFill>
                  <a:srgbClr val="0B405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Name  Surname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7501" y="1441850"/>
            <a:ext cx="8856367" cy="73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4"/>
              </a:lnSpc>
            </a:pPr>
            <a:r>
              <a:rPr lang="en-US" b="true" sz="4245">
                <a:solidFill>
                  <a:srgbClr val="095D4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CERTIFICATE OF ACHIEVEMENT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18762" y="2299882"/>
            <a:ext cx="5854477" cy="26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7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THIS CERTIFICATE IS PRESENTED TO CERTIFY THAT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0822" y="4106514"/>
            <a:ext cx="8290356" cy="74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</a:pPr>
            <a:r>
              <a:rPr lang="en-US" sz="2103" spc="63">
                <a:solidFill>
                  <a:srgbClr val="0B405A"/>
                </a:solidFill>
                <a:latin typeface="Droid Serif"/>
                <a:ea typeface="Droid Serif"/>
                <a:cs typeface="Droid Serif"/>
                <a:sym typeface="Droid Serif"/>
              </a:rPr>
              <a:t>Of has Name of the organization achieved the </a:t>
            </a:r>
            <a:r>
              <a:rPr lang="en-US" b="true" sz="2103" spc="63">
                <a:solidFill>
                  <a:srgbClr val="0B405A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First position</a:t>
            </a:r>
            <a:r>
              <a:rPr lang="en-US" sz="2103" spc="63">
                <a:solidFill>
                  <a:srgbClr val="0B405A"/>
                </a:solidFill>
                <a:latin typeface="Droid Serif"/>
                <a:ea typeface="Droid Serif"/>
                <a:cs typeface="Droid Serif"/>
                <a:sym typeface="Droid Serif"/>
              </a:rPr>
              <a:t> in the </a:t>
            </a:r>
            <a:r>
              <a:rPr lang="en-US" b="true" sz="2103" spc="63">
                <a:solidFill>
                  <a:srgbClr val="0B405A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preliminary round</a:t>
            </a:r>
            <a:r>
              <a:rPr lang="en-US" sz="2103" spc="63">
                <a:solidFill>
                  <a:srgbClr val="0B405A"/>
                </a:solidFill>
                <a:latin typeface="Droid Serif"/>
                <a:ea typeface="Droid Serif"/>
                <a:cs typeface="Droid Serif"/>
                <a:sym typeface="Droid Serif"/>
              </a:rPr>
              <a:t> on 5</a:t>
            </a:r>
            <a:r>
              <a:rPr lang="en-US" sz="2103" spc="63">
                <a:solidFill>
                  <a:srgbClr val="0B405A"/>
                </a:solidFill>
                <a:latin typeface="Droid Serif"/>
                <a:ea typeface="Droid Serif"/>
                <a:cs typeface="Droid Serif"/>
                <a:sym typeface="Droid Serif"/>
              </a:rPr>
              <a:t>th</a:t>
            </a:r>
            <a:r>
              <a:rPr lang="en-US" sz="2103" spc="63">
                <a:solidFill>
                  <a:srgbClr val="0B405A"/>
                </a:solidFill>
                <a:latin typeface="Droid Serif"/>
                <a:ea typeface="Droid Serif"/>
                <a:cs typeface="Droid Serif"/>
                <a:sym typeface="Droid Serif"/>
              </a:rPr>
              <a:t> March, 2026 organised by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04792" y="6025394"/>
            <a:ext cx="1781650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19659" y="6025394"/>
            <a:ext cx="1781650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66620" y="6351270"/>
            <a:ext cx="2259527" cy="25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SIGN AUTHORITY NAME 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65853" y="6351270"/>
            <a:ext cx="2259527" cy="25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Droid Serif"/>
                <a:ea typeface="Droid Serif"/>
                <a:cs typeface="Droid Serif"/>
                <a:sym typeface="Droid Serif"/>
              </a:rPr>
              <a:t>SIGN AUTHORITY NAME1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DAHARluz7Ug</dc:identifier>
  <dcterms:modified xsi:type="dcterms:W3CDTF">2011-08-01T06:04:30Z</dcterms:modified>
  <cp:revision>1</cp:revision>
  <dc:title>certificate prelimes yesist12</dc:title>
</cp:coreProperties>
</file>