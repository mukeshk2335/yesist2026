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7856200" cy="23812500"/>
  <p:notesSz cx="6858000" cy="9144000"/>
  <p:embeddedFontLst>
    <p:embeddedFont>
      <p:font typeface="Alike" panose="020B0604020202020204" charset="0"/>
      <p:regular r:id="rId4"/>
    </p:embeddedFont>
    <p:embeddedFont>
      <p:font typeface="Arimo" panose="020B0604020202020204" charset="0"/>
      <p:regular r:id="rId5"/>
    </p:embeddedFont>
    <p:embeddedFont>
      <p:font typeface="Arimo Bold" panose="020B0604020202020204" charset="0"/>
      <p:regular r:id="rId6"/>
    </p:embeddedFont>
    <p:embeddedFont>
      <p:font typeface="Arimo Italics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013" y="5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9.svg"/><Relationship Id="rId2" Type="http://schemas.openxmlformats.org/officeDocument/2006/relationships/image" Target="../media/image1.png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svg"/><Relationship Id="rId1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435E">
                <a:alpha val="100000"/>
              </a:srgbClr>
            </a:gs>
            <a:gs pos="100000">
              <a:srgbClr val="2BB88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8311374"/>
            <a:ext cx="5115315" cy="5579181"/>
          </a:xfrm>
          <a:custGeom>
            <a:avLst/>
            <a:gdLst/>
            <a:ahLst/>
            <a:cxnLst/>
            <a:rect l="l" t="t" r="r" b="b"/>
            <a:pathLst>
              <a:path w="7620346" h="7634484">
                <a:moveTo>
                  <a:pt x="0" y="0"/>
                </a:moveTo>
                <a:lnTo>
                  <a:pt x="7620346" y="0"/>
                </a:lnTo>
                <a:lnTo>
                  <a:pt x="7620346" y="7634484"/>
                </a:lnTo>
                <a:lnTo>
                  <a:pt x="0" y="7634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8972" t="-1" b="-3683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5935" y="4619420"/>
            <a:ext cx="3449545" cy="5682449"/>
          </a:xfrm>
          <a:custGeom>
            <a:avLst/>
            <a:gdLst/>
            <a:ahLst/>
            <a:cxnLst/>
            <a:rect l="l" t="t" r="r" b="b"/>
            <a:pathLst>
              <a:path w="5682449" h="5682449">
                <a:moveTo>
                  <a:pt x="0" y="0"/>
                </a:moveTo>
                <a:lnTo>
                  <a:pt x="5682448" y="0"/>
                </a:lnTo>
                <a:lnTo>
                  <a:pt x="5682448" y="5682448"/>
                </a:lnTo>
                <a:lnTo>
                  <a:pt x="0" y="5682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473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740949" y="-1139450"/>
            <a:ext cx="16377476" cy="5758870"/>
          </a:xfrm>
          <a:custGeom>
            <a:avLst/>
            <a:gdLst/>
            <a:ahLst/>
            <a:cxnLst/>
            <a:rect l="l" t="t" r="r" b="b"/>
            <a:pathLst>
              <a:path w="16377476" h="16377476">
                <a:moveTo>
                  <a:pt x="0" y="0"/>
                </a:moveTo>
                <a:lnTo>
                  <a:pt x="16377477" y="0"/>
                </a:lnTo>
                <a:lnTo>
                  <a:pt x="16377477" y="16377476"/>
                </a:lnTo>
                <a:lnTo>
                  <a:pt x="0" y="16377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4387" b="-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249423" y="-3391165"/>
            <a:ext cx="7360529" cy="5051652"/>
            <a:chOff x="0" y="0"/>
            <a:chExt cx="11842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293" cy="812800"/>
            </a:xfrm>
            <a:custGeom>
              <a:avLst/>
              <a:gdLst/>
              <a:ahLst/>
              <a:cxnLst/>
              <a:rect l="l" t="t" r="r" b="b"/>
              <a:pathLst>
                <a:path w="1184293" h="812800">
                  <a:moveTo>
                    <a:pt x="592147" y="0"/>
                  </a:moveTo>
                  <a:cubicBezTo>
                    <a:pt x="265113" y="0"/>
                    <a:pt x="0" y="181951"/>
                    <a:pt x="0" y="406400"/>
                  </a:cubicBezTo>
                  <a:cubicBezTo>
                    <a:pt x="0" y="630849"/>
                    <a:pt x="265113" y="812800"/>
                    <a:pt x="592147" y="812800"/>
                  </a:cubicBezTo>
                  <a:cubicBezTo>
                    <a:pt x="919180" y="812800"/>
                    <a:pt x="1184293" y="630849"/>
                    <a:pt x="1184293" y="406400"/>
                  </a:cubicBezTo>
                  <a:cubicBezTo>
                    <a:pt x="1184293" y="181951"/>
                    <a:pt x="919180" y="0"/>
                    <a:pt x="592147" y="0"/>
                  </a:cubicBezTo>
                  <a:close/>
                </a:path>
              </a:pathLst>
            </a:custGeom>
            <a:solidFill>
              <a:srgbClr val="0A415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1028" y="133350"/>
              <a:ext cx="962238" cy="603250"/>
            </a:xfrm>
            <a:prstGeom prst="rect">
              <a:avLst/>
            </a:prstGeom>
          </p:spPr>
          <p:txBody>
            <a:bodyPr lIns="80005" tIns="80005" rIns="80005" bIns="80005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91010" y="11079303"/>
            <a:ext cx="4277356" cy="4277356"/>
          </a:xfrm>
          <a:custGeom>
            <a:avLst/>
            <a:gdLst/>
            <a:ahLst/>
            <a:cxnLst/>
            <a:rect l="l" t="t" r="r" b="b"/>
            <a:pathLst>
              <a:path w="4277356" h="4277356">
                <a:moveTo>
                  <a:pt x="0" y="0"/>
                </a:moveTo>
                <a:lnTo>
                  <a:pt x="4277355" y="0"/>
                </a:lnTo>
                <a:lnTo>
                  <a:pt x="4277355" y="4277356"/>
                </a:lnTo>
                <a:lnTo>
                  <a:pt x="0" y="4277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140290" y="-1139450"/>
            <a:ext cx="9956272" cy="2823334"/>
          </a:xfrm>
          <a:custGeom>
            <a:avLst/>
            <a:gdLst/>
            <a:ahLst/>
            <a:cxnLst/>
            <a:rect l="l" t="t" r="r" b="b"/>
            <a:pathLst>
              <a:path w="1601943" h="454268">
                <a:moveTo>
                  <a:pt x="122082" y="0"/>
                </a:moveTo>
                <a:lnTo>
                  <a:pt x="1479861" y="0"/>
                </a:lnTo>
                <a:cubicBezTo>
                  <a:pt x="1512239" y="0"/>
                  <a:pt x="1543291" y="12862"/>
                  <a:pt x="1566186" y="35757"/>
                </a:cubicBezTo>
                <a:cubicBezTo>
                  <a:pt x="1589081" y="58652"/>
                  <a:pt x="1601943" y="89704"/>
                  <a:pt x="1601943" y="122082"/>
                </a:cubicBezTo>
                <a:lnTo>
                  <a:pt x="1601943" y="332186"/>
                </a:lnTo>
                <a:cubicBezTo>
                  <a:pt x="1601943" y="399610"/>
                  <a:pt x="1547285" y="454268"/>
                  <a:pt x="1479861" y="454268"/>
                </a:cubicBezTo>
                <a:lnTo>
                  <a:pt x="122082" y="454268"/>
                </a:lnTo>
                <a:cubicBezTo>
                  <a:pt x="54658" y="454268"/>
                  <a:pt x="0" y="399610"/>
                  <a:pt x="0" y="332186"/>
                </a:cubicBezTo>
                <a:lnTo>
                  <a:pt x="0" y="122082"/>
                </a:lnTo>
                <a:cubicBezTo>
                  <a:pt x="0" y="54658"/>
                  <a:pt x="54658" y="0"/>
                  <a:pt x="122082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1"/>
          <p:cNvSpPr txBox="1"/>
          <p:nvPr/>
        </p:nvSpPr>
        <p:spPr>
          <a:xfrm>
            <a:off x="12140290" y="-784255"/>
            <a:ext cx="9956272" cy="2468139"/>
          </a:xfrm>
          <a:prstGeom prst="rect">
            <a:avLst/>
          </a:prstGeom>
        </p:spPr>
        <p:txBody>
          <a:bodyPr lIns="80005" tIns="80005" rIns="80005" bIns="80005" rtlCol="0" anchor="ctr"/>
          <a:lstStyle/>
          <a:p>
            <a:pPr algn="ctr">
              <a:lnSpc>
                <a:spcPts val="3306"/>
              </a:lnSpc>
            </a:pPr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-4237186" y="-1139450"/>
            <a:ext cx="9956272" cy="2823334"/>
            <a:chOff x="0" y="0"/>
            <a:chExt cx="1601943" cy="4542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01943" cy="454268"/>
            </a:xfrm>
            <a:custGeom>
              <a:avLst/>
              <a:gdLst/>
              <a:ahLst/>
              <a:cxnLst/>
              <a:rect l="l" t="t" r="r" b="b"/>
              <a:pathLst>
                <a:path w="1601943" h="454268">
                  <a:moveTo>
                    <a:pt x="122082" y="0"/>
                  </a:moveTo>
                  <a:lnTo>
                    <a:pt x="1479861" y="0"/>
                  </a:lnTo>
                  <a:cubicBezTo>
                    <a:pt x="1512239" y="0"/>
                    <a:pt x="1543291" y="12862"/>
                    <a:pt x="1566186" y="35757"/>
                  </a:cubicBezTo>
                  <a:cubicBezTo>
                    <a:pt x="1589081" y="58652"/>
                    <a:pt x="1601943" y="89704"/>
                    <a:pt x="1601943" y="122082"/>
                  </a:cubicBezTo>
                  <a:lnTo>
                    <a:pt x="1601943" y="332186"/>
                  </a:lnTo>
                  <a:cubicBezTo>
                    <a:pt x="1601943" y="399610"/>
                    <a:pt x="1547285" y="454268"/>
                    <a:pt x="1479861" y="454268"/>
                  </a:cubicBezTo>
                  <a:lnTo>
                    <a:pt x="122082" y="454268"/>
                  </a:lnTo>
                  <a:cubicBezTo>
                    <a:pt x="54658" y="454268"/>
                    <a:pt x="0" y="399610"/>
                    <a:pt x="0" y="332186"/>
                  </a:cubicBezTo>
                  <a:lnTo>
                    <a:pt x="0" y="122082"/>
                  </a:lnTo>
                  <a:cubicBezTo>
                    <a:pt x="0" y="54658"/>
                    <a:pt x="54658" y="0"/>
                    <a:pt x="1220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1601943" cy="397118"/>
            </a:xfrm>
            <a:prstGeom prst="rect">
              <a:avLst/>
            </a:prstGeom>
          </p:spPr>
          <p:txBody>
            <a:bodyPr lIns="80005" tIns="80005" rIns="80005" bIns="80005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85382" y="19165238"/>
            <a:ext cx="670094" cy="4617930"/>
            <a:chOff x="0" y="0"/>
            <a:chExt cx="893458" cy="615724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893458" cy="781776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1343866"/>
              <a:ext cx="893458" cy="781776"/>
              <a:chOff x="0" y="0"/>
              <a:chExt cx="812800" cy="711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2687732"/>
              <a:ext cx="893458" cy="781776"/>
              <a:chOff x="0" y="0"/>
              <a:chExt cx="812800" cy="711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4031598"/>
              <a:ext cx="893458" cy="781776"/>
              <a:chOff x="0" y="0"/>
              <a:chExt cx="812800" cy="711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5375464"/>
              <a:ext cx="893458" cy="781776"/>
              <a:chOff x="0" y="0"/>
              <a:chExt cx="812800" cy="711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859105" y="5953923"/>
            <a:ext cx="670094" cy="4617930"/>
            <a:chOff x="0" y="0"/>
            <a:chExt cx="893458" cy="615724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893458" cy="781776"/>
              <a:chOff x="0" y="0"/>
              <a:chExt cx="812800" cy="711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343866"/>
              <a:ext cx="893458" cy="781776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2687732"/>
              <a:ext cx="893458" cy="781776"/>
              <a:chOff x="0" y="0"/>
              <a:chExt cx="812800" cy="711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4031598"/>
              <a:ext cx="893458" cy="78177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5375464"/>
              <a:ext cx="893458" cy="781776"/>
              <a:chOff x="0" y="0"/>
              <a:chExt cx="812800" cy="7112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</p:grpSp>
      <p:sp>
        <p:nvSpPr>
          <p:cNvPr id="48" name="Freeform 48"/>
          <p:cNvSpPr/>
          <p:nvPr/>
        </p:nvSpPr>
        <p:spPr>
          <a:xfrm>
            <a:off x="3175284" y="21760638"/>
            <a:ext cx="11614804" cy="1219555"/>
          </a:xfrm>
          <a:custGeom>
            <a:avLst/>
            <a:gdLst/>
            <a:ahLst/>
            <a:cxnLst/>
            <a:rect l="l" t="t" r="r" b="b"/>
            <a:pathLst>
              <a:path w="15486405" h="1626073">
                <a:moveTo>
                  <a:pt x="0" y="0"/>
                </a:moveTo>
                <a:lnTo>
                  <a:pt x="15486405" y="0"/>
                </a:lnTo>
                <a:lnTo>
                  <a:pt x="15486405" y="1626072"/>
                </a:lnTo>
                <a:lnTo>
                  <a:pt x="0" y="16260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49" name="Group 49"/>
          <p:cNvGrpSpPr/>
          <p:nvPr/>
        </p:nvGrpSpPr>
        <p:grpSpPr>
          <a:xfrm>
            <a:off x="3122285" y="17419132"/>
            <a:ext cx="11614804" cy="4629055"/>
            <a:chOff x="0" y="0"/>
            <a:chExt cx="1885852" cy="75160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885852" cy="751602"/>
            </a:xfrm>
            <a:custGeom>
              <a:avLst/>
              <a:gdLst/>
              <a:ahLst/>
              <a:cxnLst/>
              <a:rect l="l" t="t" r="r" b="b"/>
              <a:pathLst>
                <a:path w="1885852" h="751602">
                  <a:moveTo>
                    <a:pt x="66656" y="0"/>
                  </a:moveTo>
                  <a:lnTo>
                    <a:pt x="1819196" y="0"/>
                  </a:lnTo>
                  <a:cubicBezTo>
                    <a:pt x="1856009" y="0"/>
                    <a:pt x="1885852" y="29843"/>
                    <a:pt x="1885852" y="66656"/>
                  </a:cubicBezTo>
                  <a:lnTo>
                    <a:pt x="1885852" y="684947"/>
                  </a:lnTo>
                  <a:cubicBezTo>
                    <a:pt x="1885852" y="721759"/>
                    <a:pt x="1856009" y="751602"/>
                    <a:pt x="1819196" y="751602"/>
                  </a:cubicBezTo>
                  <a:lnTo>
                    <a:pt x="66656" y="751602"/>
                  </a:lnTo>
                  <a:cubicBezTo>
                    <a:pt x="29843" y="751602"/>
                    <a:pt x="0" y="721759"/>
                    <a:pt x="0" y="684947"/>
                  </a:cubicBezTo>
                  <a:lnTo>
                    <a:pt x="0" y="66656"/>
                  </a:lnTo>
                  <a:cubicBezTo>
                    <a:pt x="0" y="29843"/>
                    <a:pt x="29843" y="0"/>
                    <a:pt x="6665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57150"/>
              <a:ext cx="1885852" cy="694452"/>
            </a:xfrm>
            <a:prstGeom prst="rect">
              <a:avLst/>
            </a:prstGeom>
          </p:spPr>
          <p:txBody>
            <a:bodyPr lIns="79281" tIns="79281" rIns="79281" bIns="79281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3821488" y="19265786"/>
            <a:ext cx="922196" cy="928237"/>
          </a:xfrm>
          <a:custGeom>
            <a:avLst/>
            <a:gdLst/>
            <a:ahLst/>
            <a:cxnLst/>
            <a:rect l="l" t="t" r="r" b="b"/>
            <a:pathLst>
              <a:path w="1229595" h="1237649">
                <a:moveTo>
                  <a:pt x="0" y="0"/>
                </a:moveTo>
                <a:lnTo>
                  <a:pt x="1229594" y="0"/>
                </a:lnTo>
                <a:lnTo>
                  <a:pt x="1229594" y="1237649"/>
                </a:lnTo>
                <a:lnTo>
                  <a:pt x="0" y="12376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4962295" y="19280876"/>
            <a:ext cx="2858453" cy="9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22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Date:</a:t>
            </a:r>
          </a:p>
          <a:p>
            <a:pPr algn="l"/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&lt;&lt;DDMMYYY&gt;&gt;</a:t>
            </a:r>
          </a:p>
        </p:txBody>
      </p:sp>
      <p:sp>
        <p:nvSpPr>
          <p:cNvPr id="54" name="Freeform 54"/>
          <p:cNvSpPr/>
          <p:nvPr/>
        </p:nvSpPr>
        <p:spPr>
          <a:xfrm>
            <a:off x="3844376" y="20638434"/>
            <a:ext cx="928237" cy="928237"/>
          </a:xfrm>
          <a:custGeom>
            <a:avLst/>
            <a:gdLst/>
            <a:ahLst/>
            <a:cxnLst/>
            <a:rect l="l" t="t" r="r" b="b"/>
            <a:pathLst>
              <a:path w="1237649" h="1237649">
                <a:moveTo>
                  <a:pt x="0" y="0"/>
                </a:moveTo>
                <a:lnTo>
                  <a:pt x="1237649" y="0"/>
                </a:lnTo>
                <a:lnTo>
                  <a:pt x="1237649" y="1237649"/>
                </a:lnTo>
                <a:lnTo>
                  <a:pt x="0" y="12376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4995592" y="20653524"/>
            <a:ext cx="5056228" cy="9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22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Time:</a:t>
            </a:r>
          </a:p>
          <a:p>
            <a:pPr algn="l"/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&lt;&lt;00:00 PM GMT onwards&gt;&gt;</a:t>
            </a:r>
          </a:p>
        </p:txBody>
      </p:sp>
      <p:sp>
        <p:nvSpPr>
          <p:cNvPr id="56" name="Freeform 56"/>
          <p:cNvSpPr/>
          <p:nvPr/>
        </p:nvSpPr>
        <p:spPr>
          <a:xfrm>
            <a:off x="3998002" y="17887792"/>
            <a:ext cx="724025" cy="928237"/>
          </a:xfrm>
          <a:custGeom>
            <a:avLst/>
            <a:gdLst/>
            <a:ahLst/>
            <a:cxnLst/>
            <a:rect l="l" t="t" r="r" b="b"/>
            <a:pathLst>
              <a:path w="965366" h="1237649">
                <a:moveTo>
                  <a:pt x="0" y="0"/>
                </a:moveTo>
                <a:lnTo>
                  <a:pt x="965366" y="0"/>
                </a:lnTo>
                <a:lnTo>
                  <a:pt x="965366" y="1237649"/>
                </a:lnTo>
                <a:lnTo>
                  <a:pt x="0" y="12376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4945006" y="17902882"/>
            <a:ext cx="3947279" cy="9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22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Register here:</a:t>
            </a:r>
          </a:p>
          <a:p>
            <a:pPr algn="l"/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&lt;&lt;bit.ly/</a:t>
            </a:r>
            <a:r>
              <a:rPr lang="en-US" sz="3022" dirty="0" err="1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RandomLink</a:t>
            </a:r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&gt;&gt;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329130" y="22738522"/>
            <a:ext cx="3201114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Pilot Link Here</a:t>
            </a:r>
          </a:p>
        </p:txBody>
      </p:sp>
      <p:sp>
        <p:nvSpPr>
          <p:cNvPr id="59" name="Freeform 59"/>
          <p:cNvSpPr/>
          <p:nvPr/>
        </p:nvSpPr>
        <p:spPr>
          <a:xfrm>
            <a:off x="311463" y="66675"/>
            <a:ext cx="4359271" cy="1306930"/>
          </a:xfrm>
          <a:custGeom>
            <a:avLst/>
            <a:gdLst/>
            <a:ahLst/>
            <a:cxnLst/>
            <a:rect l="l" t="t" r="r" b="b"/>
            <a:pathLst>
              <a:path w="4359271" h="1306930">
                <a:moveTo>
                  <a:pt x="0" y="0"/>
                </a:moveTo>
                <a:lnTo>
                  <a:pt x="4359271" y="0"/>
                </a:lnTo>
                <a:lnTo>
                  <a:pt x="4359271" y="1306930"/>
                </a:lnTo>
                <a:lnTo>
                  <a:pt x="0" y="130693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3202879" y="154576"/>
            <a:ext cx="4051228" cy="1219029"/>
          </a:xfrm>
          <a:custGeom>
            <a:avLst/>
            <a:gdLst/>
            <a:ahLst/>
            <a:cxnLst/>
            <a:rect l="l" t="t" r="r" b="b"/>
            <a:pathLst>
              <a:path w="4051228" h="1219029">
                <a:moveTo>
                  <a:pt x="0" y="0"/>
                </a:moveTo>
                <a:lnTo>
                  <a:pt x="4051227" y="0"/>
                </a:lnTo>
                <a:lnTo>
                  <a:pt x="4051227" y="1219029"/>
                </a:lnTo>
                <a:lnTo>
                  <a:pt x="0" y="121902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2300" t="-44880" r="-15991" b="-457743"/>
            </a:stretch>
          </a:blipFill>
        </p:spPr>
      </p:sp>
      <p:grpSp>
        <p:nvGrpSpPr>
          <p:cNvPr id="61" name="Group 61"/>
          <p:cNvGrpSpPr/>
          <p:nvPr/>
        </p:nvGrpSpPr>
        <p:grpSpPr>
          <a:xfrm>
            <a:off x="924187" y="2360352"/>
            <a:ext cx="3210023" cy="1192699"/>
            <a:chOff x="0" y="0"/>
            <a:chExt cx="5441772" cy="202191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441823" cy="2021840"/>
            </a:xfrm>
            <a:custGeom>
              <a:avLst/>
              <a:gdLst/>
              <a:ahLst/>
              <a:cxnLst/>
              <a:rect l="l" t="t" r="r" b="b"/>
              <a:pathLst>
                <a:path w="5441823" h="2021840">
                  <a:moveTo>
                    <a:pt x="0" y="352933"/>
                  </a:moveTo>
                  <a:cubicBezTo>
                    <a:pt x="0" y="157734"/>
                    <a:pt x="160655" y="0"/>
                    <a:pt x="358013" y="0"/>
                  </a:cubicBezTo>
                  <a:lnTo>
                    <a:pt x="5083810" y="0"/>
                  </a:lnTo>
                  <a:lnTo>
                    <a:pt x="5083810" y="24003"/>
                  </a:lnTo>
                  <a:lnTo>
                    <a:pt x="5083810" y="0"/>
                  </a:lnTo>
                  <a:cubicBezTo>
                    <a:pt x="5281168" y="0"/>
                    <a:pt x="5441823" y="157734"/>
                    <a:pt x="5441823" y="352933"/>
                  </a:cubicBezTo>
                  <a:lnTo>
                    <a:pt x="5417820" y="352933"/>
                  </a:lnTo>
                  <a:lnTo>
                    <a:pt x="5441823" y="352933"/>
                  </a:lnTo>
                  <a:lnTo>
                    <a:pt x="5441823" y="1668907"/>
                  </a:lnTo>
                  <a:lnTo>
                    <a:pt x="5417820" y="1668907"/>
                  </a:lnTo>
                  <a:lnTo>
                    <a:pt x="5441823" y="1668907"/>
                  </a:lnTo>
                  <a:cubicBezTo>
                    <a:pt x="5441823" y="1864233"/>
                    <a:pt x="5281168" y="2021840"/>
                    <a:pt x="5083810" y="2021840"/>
                  </a:cubicBezTo>
                  <a:lnTo>
                    <a:pt x="5083810" y="1997837"/>
                  </a:lnTo>
                  <a:lnTo>
                    <a:pt x="5083810" y="2021840"/>
                  </a:lnTo>
                  <a:lnTo>
                    <a:pt x="358013" y="2021840"/>
                  </a:lnTo>
                  <a:lnTo>
                    <a:pt x="358013" y="1997837"/>
                  </a:lnTo>
                  <a:lnTo>
                    <a:pt x="358013" y="2021840"/>
                  </a:lnTo>
                  <a:cubicBezTo>
                    <a:pt x="160655" y="2021967"/>
                    <a:pt x="0" y="1864233"/>
                    <a:pt x="0" y="1668907"/>
                  </a:cubicBezTo>
                  <a:lnTo>
                    <a:pt x="0" y="352933"/>
                  </a:lnTo>
                  <a:lnTo>
                    <a:pt x="24003" y="352933"/>
                  </a:lnTo>
                  <a:lnTo>
                    <a:pt x="0" y="352933"/>
                  </a:lnTo>
                  <a:moveTo>
                    <a:pt x="47879" y="352933"/>
                  </a:moveTo>
                  <a:lnTo>
                    <a:pt x="47879" y="1668907"/>
                  </a:lnTo>
                  <a:lnTo>
                    <a:pt x="24003" y="1668907"/>
                  </a:lnTo>
                  <a:lnTo>
                    <a:pt x="47879" y="1668907"/>
                  </a:lnTo>
                  <a:cubicBezTo>
                    <a:pt x="47879" y="1837055"/>
                    <a:pt x="186309" y="1973961"/>
                    <a:pt x="358013" y="1973961"/>
                  </a:cubicBezTo>
                  <a:lnTo>
                    <a:pt x="5083810" y="1973961"/>
                  </a:lnTo>
                  <a:cubicBezTo>
                    <a:pt x="5255387" y="1973961"/>
                    <a:pt x="5393944" y="1837055"/>
                    <a:pt x="5393944" y="1668907"/>
                  </a:cubicBezTo>
                  <a:lnTo>
                    <a:pt x="5393944" y="352933"/>
                  </a:lnTo>
                  <a:cubicBezTo>
                    <a:pt x="5393944" y="184785"/>
                    <a:pt x="5255514" y="47879"/>
                    <a:pt x="5083810" y="47879"/>
                  </a:cubicBezTo>
                  <a:lnTo>
                    <a:pt x="358013" y="47879"/>
                  </a:lnTo>
                  <a:lnTo>
                    <a:pt x="358013" y="24003"/>
                  </a:lnTo>
                  <a:lnTo>
                    <a:pt x="358013" y="47879"/>
                  </a:lnTo>
                  <a:cubicBezTo>
                    <a:pt x="186436" y="47879"/>
                    <a:pt x="47879" y="184785"/>
                    <a:pt x="47879" y="35293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5441772" cy="2050491"/>
            </a:xfrm>
            <a:prstGeom prst="rect">
              <a:avLst/>
            </a:prstGeom>
          </p:spPr>
          <p:txBody>
            <a:bodyPr lIns="39955" tIns="39955" rIns="39955" bIns="39955" rtlCol="0" anchor="ctr"/>
            <a:lstStyle/>
            <a:p>
              <a:pPr algn="ctr">
                <a:lnSpc>
                  <a:spcPts val="3915"/>
                </a:lnSpc>
              </a:pPr>
              <a:r>
                <a:rPr lang="en-US" sz="3262">
                  <a:solidFill>
                    <a:srgbClr val="DDF0ED"/>
                  </a:solidFill>
                  <a:latin typeface="Arial"/>
                  <a:ea typeface="Arial"/>
                  <a:cs typeface="Arial"/>
                  <a:sym typeface="Arial"/>
                </a:rPr>
                <a:t>YOUR LOGO HERE</a:t>
              </a:r>
            </a:p>
          </p:txBody>
        </p:sp>
      </p:grpSp>
      <p:sp>
        <p:nvSpPr>
          <p:cNvPr id="65" name="Freeform 65"/>
          <p:cNvSpPr/>
          <p:nvPr/>
        </p:nvSpPr>
        <p:spPr>
          <a:xfrm rot="5400000">
            <a:off x="3266254" y="11798726"/>
            <a:ext cx="4250417" cy="4250417"/>
          </a:xfrm>
          <a:custGeom>
            <a:avLst/>
            <a:gdLst/>
            <a:ahLst/>
            <a:cxnLst/>
            <a:rect l="l" t="t" r="r" b="b"/>
            <a:pathLst>
              <a:path w="5667223" h="5667223">
                <a:moveTo>
                  <a:pt x="0" y="0"/>
                </a:moveTo>
                <a:lnTo>
                  <a:pt x="5667224" y="0"/>
                </a:lnTo>
                <a:lnTo>
                  <a:pt x="5667224" y="5667223"/>
                </a:lnTo>
                <a:lnTo>
                  <a:pt x="0" y="56672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 rot="5400000">
            <a:off x="3266254" y="4959368"/>
            <a:ext cx="4250417" cy="4250417"/>
          </a:xfrm>
          <a:custGeom>
            <a:avLst/>
            <a:gdLst/>
            <a:ahLst/>
            <a:cxnLst/>
            <a:rect l="l" t="t" r="r" b="b"/>
            <a:pathLst>
              <a:path w="5667223" h="5667223">
                <a:moveTo>
                  <a:pt x="0" y="0"/>
                </a:moveTo>
                <a:lnTo>
                  <a:pt x="5667224" y="0"/>
                </a:lnTo>
                <a:lnTo>
                  <a:pt x="5667224" y="5667223"/>
                </a:lnTo>
                <a:lnTo>
                  <a:pt x="0" y="56672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67" name="Group 67"/>
          <p:cNvGrpSpPr/>
          <p:nvPr/>
        </p:nvGrpSpPr>
        <p:grpSpPr>
          <a:xfrm>
            <a:off x="3519195" y="12051667"/>
            <a:ext cx="3744536" cy="3744536"/>
            <a:chOff x="0" y="0"/>
            <a:chExt cx="812800" cy="812800"/>
          </a:xfrm>
          <a:solidFill>
            <a:schemeClr val="bg1"/>
          </a:solidFill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12700" cap="sq">
              <a:noFill/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3519195" y="5212309"/>
            <a:ext cx="3744536" cy="3744536"/>
            <a:chOff x="0" y="0"/>
            <a:chExt cx="812800" cy="812800"/>
          </a:xfrm>
          <a:solidFill>
            <a:schemeClr val="bg1"/>
          </a:solidFill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12700"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1" name="Freeform 71"/>
          <p:cNvSpPr/>
          <p:nvPr/>
        </p:nvSpPr>
        <p:spPr>
          <a:xfrm rot="16200000" flipH="1">
            <a:off x="10638295" y="11798726"/>
            <a:ext cx="4250417" cy="4250417"/>
          </a:xfrm>
          <a:custGeom>
            <a:avLst/>
            <a:gdLst/>
            <a:ahLst/>
            <a:cxnLst/>
            <a:rect l="l" t="t" r="r" b="b"/>
            <a:pathLst>
              <a:path w="5667223" h="5667223">
                <a:moveTo>
                  <a:pt x="5667224" y="0"/>
                </a:moveTo>
                <a:lnTo>
                  <a:pt x="0" y="0"/>
                </a:lnTo>
                <a:lnTo>
                  <a:pt x="0" y="5667223"/>
                </a:lnTo>
                <a:lnTo>
                  <a:pt x="5667224" y="5667223"/>
                </a:lnTo>
                <a:lnTo>
                  <a:pt x="5667224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 rot="16200000" flipH="1">
            <a:off x="10638295" y="4959368"/>
            <a:ext cx="4250417" cy="4250417"/>
          </a:xfrm>
          <a:custGeom>
            <a:avLst/>
            <a:gdLst/>
            <a:ahLst/>
            <a:cxnLst/>
            <a:rect l="l" t="t" r="r" b="b"/>
            <a:pathLst>
              <a:path w="5667223" h="5667223">
                <a:moveTo>
                  <a:pt x="5667224" y="0"/>
                </a:moveTo>
                <a:lnTo>
                  <a:pt x="0" y="0"/>
                </a:lnTo>
                <a:lnTo>
                  <a:pt x="0" y="5667223"/>
                </a:lnTo>
                <a:lnTo>
                  <a:pt x="5667224" y="5667223"/>
                </a:lnTo>
                <a:lnTo>
                  <a:pt x="5667224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73" name="Group 73"/>
          <p:cNvGrpSpPr/>
          <p:nvPr/>
        </p:nvGrpSpPr>
        <p:grpSpPr>
          <a:xfrm>
            <a:off x="10891235" y="12051667"/>
            <a:ext cx="3744536" cy="3744536"/>
            <a:chOff x="0" y="0"/>
            <a:chExt cx="812800" cy="812800"/>
          </a:xfrm>
          <a:solidFill>
            <a:schemeClr val="bg1"/>
          </a:solidFill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12700" cap="sq">
              <a:noFill/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0891235" y="5212309"/>
            <a:ext cx="3744536" cy="3744536"/>
            <a:chOff x="0" y="0"/>
            <a:chExt cx="812800" cy="812800"/>
          </a:xfrm>
          <a:solidFill>
            <a:schemeClr val="bg1"/>
          </a:solidFill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12700" cap="sq">
              <a:noFill/>
              <a:prstDash val="solid"/>
              <a:miter/>
            </a:ln>
          </p:spPr>
        </p:sp>
      </p:grpSp>
      <p:sp>
        <p:nvSpPr>
          <p:cNvPr id="77" name="TextBox 77"/>
          <p:cNvSpPr txBox="1"/>
          <p:nvPr/>
        </p:nvSpPr>
        <p:spPr>
          <a:xfrm>
            <a:off x="2308632" y="16261171"/>
            <a:ext cx="6165661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3624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FirstName LastName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308632" y="9421814"/>
            <a:ext cx="6165661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3624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FirstName LastName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986813" y="16816560"/>
            <a:ext cx="4809299" cy="28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</a:pPr>
            <a:r>
              <a:rPr lang="en-US" sz="1993">
                <a:solidFill>
                  <a:srgbClr val="0A415C"/>
                </a:solidFill>
                <a:latin typeface="Alike"/>
                <a:ea typeface="Alike"/>
                <a:cs typeface="Alike"/>
                <a:sym typeface="Alike"/>
              </a:rPr>
              <a:t>Designation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986813" y="9977202"/>
            <a:ext cx="4809299" cy="28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</a:pPr>
            <a:r>
              <a:rPr lang="en-US" sz="1993" dirty="0">
                <a:solidFill>
                  <a:srgbClr val="0A415C"/>
                </a:solidFill>
                <a:latin typeface="Alike"/>
                <a:ea typeface="Alike"/>
                <a:cs typeface="Alike"/>
                <a:sym typeface="Alike"/>
              </a:rPr>
              <a:t>Designation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976265" y="16289210"/>
            <a:ext cx="5574477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3624" b="1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FirstName LastName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976265" y="9449852"/>
            <a:ext cx="5574477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3624" b="1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FirstName LastName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358854" y="16816560"/>
            <a:ext cx="4809299" cy="28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2"/>
              </a:lnSpc>
              <a:spcBef>
                <a:spcPct val="0"/>
              </a:spcBef>
            </a:pPr>
            <a:r>
              <a:rPr lang="en-US" sz="1993" u="none" strike="noStrike">
                <a:solidFill>
                  <a:srgbClr val="0A415C"/>
                </a:solidFill>
                <a:latin typeface="Alike"/>
                <a:ea typeface="Alike"/>
                <a:cs typeface="Alike"/>
                <a:sym typeface="Alike"/>
              </a:rPr>
              <a:t>Designation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358854" y="9977202"/>
            <a:ext cx="4809299" cy="28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2"/>
              </a:lnSpc>
              <a:spcBef>
                <a:spcPct val="0"/>
              </a:spcBef>
            </a:pPr>
            <a:r>
              <a:rPr lang="en-US" sz="1993" u="none" strike="noStrike">
                <a:solidFill>
                  <a:srgbClr val="0A415C"/>
                </a:solidFill>
                <a:latin typeface="Alike"/>
                <a:ea typeface="Alike"/>
                <a:cs typeface="Alike"/>
                <a:sym typeface="Alike"/>
              </a:rPr>
              <a:t>Designation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023822" y="2582159"/>
            <a:ext cx="440864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i="1" spc="292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Pilot Name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634678" y="4091321"/>
            <a:ext cx="120782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57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Jury: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435E">
                <a:alpha val="100000"/>
              </a:srgbClr>
            </a:gs>
            <a:gs pos="100000">
              <a:srgbClr val="2BB88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8311374"/>
            <a:ext cx="5115315" cy="5579181"/>
          </a:xfrm>
          <a:custGeom>
            <a:avLst/>
            <a:gdLst/>
            <a:ahLst/>
            <a:cxnLst/>
            <a:rect l="l" t="t" r="r" b="b"/>
            <a:pathLst>
              <a:path w="7620346" h="7634484">
                <a:moveTo>
                  <a:pt x="0" y="0"/>
                </a:moveTo>
                <a:lnTo>
                  <a:pt x="7620346" y="0"/>
                </a:lnTo>
                <a:lnTo>
                  <a:pt x="7620346" y="7634484"/>
                </a:lnTo>
                <a:lnTo>
                  <a:pt x="0" y="7634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8972" t="-1" b="-3683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5936" y="4619420"/>
            <a:ext cx="3410610" cy="5682449"/>
          </a:xfrm>
          <a:custGeom>
            <a:avLst/>
            <a:gdLst/>
            <a:ahLst/>
            <a:cxnLst/>
            <a:rect l="l" t="t" r="r" b="b"/>
            <a:pathLst>
              <a:path w="5682449" h="5682449">
                <a:moveTo>
                  <a:pt x="0" y="0"/>
                </a:moveTo>
                <a:lnTo>
                  <a:pt x="5682448" y="0"/>
                </a:lnTo>
                <a:lnTo>
                  <a:pt x="5682448" y="5682448"/>
                </a:lnTo>
                <a:lnTo>
                  <a:pt x="0" y="5682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r="-6661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0949" y="-1139450"/>
            <a:ext cx="16377476" cy="5758870"/>
          </a:xfrm>
          <a:custGeom>
            <a:avLst/>
            <a:gdLst/>
            <a:ahLst/>
            <a:cxnLst/>
            <a:rect l="l" t="t" r="r" b="b"/>
            <a:pathLst>
              <a:path w="16377476" h="16377476">
                <a:moveTo>
                  <a:pt x="0" y="0"/>
                </a:moveTo>
                <a:lnTo>
                  <a:pt x="16377477" y="0"/>
                </a:lnTo>
                <a:lnTo>
                  <a:pt x="16377477" y="16377476"/>
                </a:lnTo>
                <a:lnTo>
                  <a:pt x="0" y="16377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4387" b="-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249423" y="-3391165"/>
            <a:ext cx="7360529" cy="5051652"/>
            <a:chOff x="0" y="0"/>
            <a:chExt cx="11842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293" cy="812800"/>
            </a:xfrm>
            <a:custGeom>
              <a:avLst/>
              <a:gdLst/>
              <a:ahLst/>
              <a:cxnLst/>
              <a:rect l="l" t="t" r="r" b="b"/>
              <a:pathLst>
                <a:path w="1184293" h="812800">
                  <a:moveTo>
                    <a:pt x="592147" y="0"/>
                  </a:moveTo>
                  <a:cubicBezTo>
                    <a:pt x="265113" y="0"/>
                    <a:pt x="0" y="181951"/>
                    <a:pt x="0" y="406400"/>
                  </a:cubicBezTo>
                  <a:cubicBezTo>
                    <a:pt x="0" y="630849"/>
                    <a:pt x="265113" y="812800"/>
                    <a:pt x="592147" y="812800"/>
                  </a:cubicBezTo>
                  <a:cubicBezTo>
                    <a:pt x="919180" y="812800"/>
                    <a:pt x="1184293" y="630849"/>
                    <a:pt x="1184293" y="406400"/>
                  </a:cubicBezTo>
                  <a:cubicBezTo>
                    <a:pt x="1184293" y="181951"/>
                    <a:pt x="919180" y="0"/>
                    <a:pt x="592147" y="0"/>
                  </a:cubicBezTo>
                  <a:close/>
                </a:path>
              </a:pathLst>
            </a:custGeom>
            <a:solidFill>
              <a:srgbClr val="0A415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1028" y="133350"/>
              <a:ext cx="962238" cy="603250"/>
            </a:xfrm>
            <a:prstGeom prst="rect">
              <a:avLst/>
            </a:prstGeom>
          </p:spPr>
          <p:txBody>
            <a:bodyPr lIns="80005" tIns="80005" rIns="80005" bIns="80005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91010" y="11079303"/>
            <a:ext cx="4277356" cy="4277356"/>
          </a:xfrm>
          <a:custGeom>
            <a:avLst/>
            <a:gdLst/>
            <a:ahLst/>
            <a:cxnLst/>
            <a:rect l="l" t="t" r="r" b="b"/>
            <a:pathLst>
              <a:path w="4277356" h="4277356">
                <a:moveTo>
                  <a:pt x="0" y="0"/>
                </a:moveTo>
                <a:lnTo>
                  <a:pt x="4277355" y="0"/>
                </a:lnTo>
                <a:lnTo>
                  <a:pt x="4277355" y="4277356"/>
                </a:lnTo>
                <a:lnTo>
                  <a:pt x="0" y="4277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345662" y="6843936"/>
          <a:ext cx="11075502" cy="9041226"/>
        </p:xfrm>
        <a:graphic>
          <a:graphicData uri="http://schemas.openxmlformats.org/drawingml/2006/table">
            <a:tbl>
              <a:tblPr/>
              <a:tblGrid>
                <a:gridCol w="3691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1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1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42"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42"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42"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21"/>
                        </a:lnSpc>
                        <a:defRPr/>
                      </a:pPr>
                      <a:endParaRPr lang="en-US" sz="1100"/>
                    </a:p>
                  </a:txBody>
                  <a:tcPr marL="71907" marR="71907" marT="71907" marB="71907" anchor="ctr">
                    <a:lnL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9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2140290" y="-1139450"/>
            <a:ext cx="9956272" cy="2823334"/>
            <a:chOff x="0" y="0"/>
            <a:chExt cx="1601943" cy="4542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1943" cy="454268"/>
            </a:xfrm>
            <a:custGeom>
              <a:avLst/>
              <a:gdLst/>
              <a:ahLst/>
              <a:cxnLst/>
              <a:rect l="l" t="t" r="r" b="b"/>
              <a:pathLst>
                <a:path w="1601943" h="454268">
                  <a:moveTo>
                    <a:pt x="122082" y="0"/>
                  </a:moveTo>
                  <a:lnTo>
                    <a:pt x="1479861" y="0"/>
                  </a:lnTo>
                  <a:cubicBezTo>
                    <a:pt x="1512239" y="0"/>
                    <a:pt x="1543291" y="12862"/>
                    <a:pt x="1566186" y="35757"/>
                  </a:cubicBezTo>
                  <a:cubicBezTo>
                    <a:pt x="1589081" y="58652"/>
                    <a:pt x="1601943" y="89704"/>
                    <a:pt x="1601943" y="122082"/>
                  </a:cubicBezTo>
                  <a:lnTo>
                    <a:pt x="1601943" y="332186"/>
                  </a:lnTo>
                  <a:cubicBezTo>
                    <a:pt x="1601943" y="399610"/>
                    <a:pt x="1547285" y="454268"/>
                    <a:pt x="1479861" y="454268"/>
                  </a:cubicBezTo>
                  <a:lnTo>
                    <a:pt x="122082" y="454268"/>
                  </a:lnTo>
                  <a:cubicBezTo>
                    <a:pt x="54658" y="454268"/>
                    <a:pt x="0" y="399610"/>
                    <a:pt x="0" y="332186"/>
                  </a:cubicBezTo>
                  <a:lnTo>
                    <a:pt x="0" y="122082"/>
                  </a:lnTo>
                  <a:cubicBezTo>
                    <a:pt x="0" y="54658"/>
                    <a:pt x="54658" y="0"/>
                    <a:pt x="1220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601943" cy="397118"/>
            </a:xfrm>
            <a:prstGeom prst="rect">
              <a:avLst/>
            </a:prstGeom>
          </p:spPr>
          <p:txBody>
            <a:bodyPr lIns="80005" tIns="80005" rIns="80005" bIns="80005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237186" y="-1139450"/>
            <a:ext cx="9956272" cy="2823334"/>
            <a:chOff x="0" y="0"/>
            <a:chExt cx="1601943" cy="4542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01943" cy="454268"/>
            </a:xfrm>
            <a:custGeom>
              <a:avLst/>
              <a:gdLst/>
              <a:ahLst/>
              <a:cxnLst/>
              <a:rect l="l" t="t" r="r" b="b"/>
              <a:pathLst>
                <a:path w="1601943" h="454268">
                  <a:moveTo>
                    <a:pt x="122082" y="0"/>
                  </a:moveTo>
                  <a:lnTo>
                    <a:pt x="1479861" y="0"/>
                  </a:lnTo>
                  <a:cubicBezTo>
                    <a:pt x="1512239" y="0"/>
                    <a:pt x="1543291" y="12862"/>
                    <a:pt x="1566186" y="35757"/>
                  </a:cubicBezTo>
                  <a:cubicBezTo>
                    <a:pt x="1589081" y="58652"/>
                    <a:pt x="1601943" y="89704"/>
                    <a:pt x="1601943" y="122082"/>
                  </a:cubicBezTo>
                  <a:lnTo>
                    <a:pt x="1601943" y="332186"/>
                  </a:lnTo>
                  <a:cubicBezTo>
                    <a:pt x="1601943" y="399610"/>
                    <a:pt x="1547285" y="454268"/>
                    <a:pt x="1479861" y="454268"/>
                  </a:cubicBezTo>
                  <a:lnTo>
                    <a:pt x="122082" y="454268"/>
                  </a:lnTo>
                  <a:cubicBezTo>
                    <a:pt x="54658" y="454268"/>
                    <a:pt x="0" y="399610"/>
                    <a:pt x="0" y="332186"/>
                  </a:cubicBezTo>
                  <a:lnTo>
                    <a:pt x="0" y="122082"/>
                  </a:lnTo>
                  <a:cubicBezTo>
                    <a:pt x="0" y="54658"/>
                    <a:pt x="54658" y="0"/>
                    <a:pt x="1220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1601943" cy="397118"/>
            </a:xfrm>
            <a:prstGeom prst="rect">
              <a:avLst/>
            </a:prstGeom>
          </p:spPr>
          <p:txBody>
            <a:bodyPr lIns="80005" tIns="80005" rIns="80005" bIns="80005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59105" y="5953923"/>
            <a:ext cx="670094" cy="4617930"/>
            <a:chOff x="0" y="0"/>
            <a:chExt cx="893458" cy="615724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893458" cy="781776"/>
              <a:chOff x="0" y="0"/>
              <a:chExt cx="812800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1343866"/>
              <a:ext cx="893458" cy="781776"/>
              <a:chOff x="0" y="0"/>
              <a:chExt cx="812800" cy="711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2687732"/>
              <a:ext cx="893458" cy="781776"/>
              <a:chOff x="0" y="0"/>
              <a:chExt cx="812800" cy="711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4031598"/>
              <a:ext cx="893458" cy="781776"/>
              <a:chOff x="0" y="0"/>
              <a:chExt cx="812800" cy="711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5375464"/>
              <a:ext cx="893458" cy="781776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</p:grpSp>
      <p:sp>
        <p:nvSpPr>
          <p:cNvPr id="49" name="Freeform 49"/>
          <p:cNvSpPr/>
          <p:nvPr/>
        </p:nvSpPr>
        <p:spPr>
          <a:xfrm>
            <a:off x="3175284" y="21760638"/>
            <a:ext cx="11614804" cy="1219555"/>
          </a:xfrm>
          <a:custGeom>
            <a:avLst/>
            <a:gdLst/>
            <a:ahLst/>
            <a:cxnLst/>
            <a:rect l="l" t="t" r="r" b="b"/>
            <a:pathLst>
              <a:path w="15486405" h="1626073">
                <a:moveTo>
                  <a:pt x="0" y="0"/>
                </a:moveTo>
                <a:lnTo>
                  <a:pt x="15486405" y="0"/>
                </a:lnTo>
                <a:lnTo>
                  <a:pt x="15486405" y="1626072"/>
                </a:lnTo>
                <a:lnTo>
                  <a:pt x="0" y="16260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3122285" y="17419132"/>
            <a:ext cx="11614804" cy="4629055"/>
            <a:chOff x="0" y="0"/>
            <a:chExt cx="1885852" cy="75160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885852" cy="751602"/>
            </a:xfrm>
            <a:custGeom>
              <a:avLst/>
              <a:gdLst/>
              <a:ahLst/>
              <a:cxnLst/>
              <a:rect l="l" t="t" r="r" b="b"/>
              <a:pathLst>
                <a:path w="1885852" h="751602">
                  <a:moveTo>
                    <a:pt x="66656" y="0"/>
                  </a:moveTo>
                  <a:lnTo>
                    <a:pt x="1819196" y="0"/>
                  </a:lnTo>
                  <a:cubicBezTo>
                    <a:pt x="1856009" y="0"/>
                    <a:pt x="1885852" y="29843"/>
                    <a:pt x="1885852" y="66656"/>
                  </a:cubicBezTo>
                  <a:lnTo>
                    <a:pt x="1885852" y="684947"/>
                  </a:lnTo>
                  <a:cubicBezTo>
                    <a:pt x="1885852" y="721759"/>
                    <a:pt x="1856009" y="751602"/>
                    <a:pt x="1819196" y="751602"/>
                  </a:cubicBezTo>
                  <a:lnTo>
                    <a:pt x="66656" y="751602"/>
                  </a:lnTo>
                  <a:cubicBezTo>
                    <a:pt x="29843" y="751602"/>
                    <a:pt x="0" y="721759"/>
                    <a:pt x="0" y="684947"/>
                  </a:cubicBezTo>
                  <a:lnTo>
                    <a:pt x="0" y="66656"/>
                  </a:lnTo>
                  <a:cubicBezTo>
                    <a:pt x="0" y="29843"/>
                    <a:pt x="29843" y="0"/>
                    <a:pt x="6665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57150"/>
              <a:ext cx="1885852" cy="694452"/>
            </a:xfrm>
            <a:prstGeom prst="rect">
              <a:avLst/>
            </a:prstGeom>
          </p:spPr>
          <p:txBody>
            <a:bodyPr lIns="79281" tIns="79281" rIns="79281" bIns="79281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7329130" y="22738522"/>
            <a:ext cx="3201114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Pilot Link Here</a:t>
            </a:r>
          </a:p>
        </p:txBody>
      </p:sp>
      <p:sp>
        <p:nvSpPr>
          <p:cNvPr id="60" name="Freeform 60"/>
          <p:cNvSpPr/>
          <p:nvPr/>
        </p:nvSpPr>
        <p:spPr>
          <a:xfrm>
            <a:off x="311463" y="66675"/>
            <a:ext cx="4359271" cy="1306930"/>
          </a:xfrm>
          <a:custGeom>
            <a:avLst/>
            <a:gdLst/>
            <a:ahLst/>
            <a:cxnLst/>
            <a:rect l="l" t="t" r="r" b="b"/>
            <a:pathLst>
              <a:path w="4359271" h="1306930">
                <a:moveTo>
                  <a:pt x="0" y="0"/>
                </a:moveTo>
                <a:lnTo>
                  <a:pt x="4359271" y="0"/>
                </a:lnTo>
                <a:lnTo>
                  <a:pt x="4359271" y="1306930"/>
                </a:lnTo>
                <a:lnTo>
                  <a:pt x="0" y="13069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3202879" y="154576"/>
            <a:ext cx="4051228" cy="1219029"/>
          </a:xfrm>
          <a:custGeom>
            <a:avLst/>
            <a:gdLst/>
            <a:ahLst/>
            <a:cxnLst/>
            <a:rect l="l" t="t" r="r" b="b"/>
            <a:pathLst>
              <a:path w="4051228" h="1219029">
                <a:moveTo>
                  <a:pt x="0" y="0"/>
                </a:moveTo>
                <a:lnTo>
                  <a:pt x="4051227" y="0"/>
                </a:lnTo>
                <a:lnTo>
                  <a:pt x="4051227" y="1219029"/>
                </a:lnTo>
                <a:lnTo>
                  <a:pt x="0" y="1219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300" t="-44880" r="-15991" b="-457743"/>
            </a:stretch>
          </a:blipFill>
        </p:spPr>
      </p:sp>
      <p:grpSp>
        <p:nvGrpSpPr>
          <p:cNvPr id="62" name="Group 62"/>
          <p:cNvGrpSpPr/>
          <p:nvPr/>
        </p:nvGrpSpPr>
        <p:grpSpPr>
          <a:xfrm>
            <a:off x="924187" y="2360352"/>
            <a:ext cx="3210023" cy="1192699"/>
            <a:chOff x="0" y="0"/>
            <a:chExt cx="5441772" cy="202191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41823" cy="2021840"/>
            </a:xfrm>
            <a:custGeom>
              <a:avLst/>
              <a:gdLst/>
              <a:ahLst/>
              <a:cxnLst/>
              <a:rect l="l" t="t" r="r" b="b"/>
              <a:pathLst>
                <a:path w="5441823" h="2021840">
                  <a:moveTo>
                    <a:pt x="0" y="352933"/>
                  </a:moveTo>
                  <a:cubicBezTo>
                    <a:pt x="0" y="157734"/>
                    <a:pt x="160655" y="0"/>
                    <a:pt x="358013" y="0"/>
                  </a:cubicBezTo>
                  <a:lnTo>
                    <a:pt x="5083810" y="0"/>
                  </a:lnTo>
                  <a:lnTo>
                    <a:pt x="5083810" y="24003"/>
                  </a:lnTo>
                  <a:lnTo>
                    <a:pt x="5083810" y="0"/>
                  </a:lnTo>
                  <a:cubicBezTo>
                    <a:pt x="5281168" y="0"/>
                    <a:pt x="5441823" y="157734"/>
                    <a:pt x="5441823" y="352933"/>
                  </a:cubicBezTo>
                  <a:lnTo>
                    <a:pt x="5417820" y="352933"/>
                  </a:lnTo>
                  <a:lnTo>
                    <a:pt x="5441823" y="352933"/>
                  </a:lnTo>
                  <a:lnTo>
                    <a:pt x="5441823" y="1668907"/>
                  </a:lnTo>
                  <a:lnTo>
                    <a:pt x="5417820" y="1668907"/>
                  </a:lnTo>
                  <a:lnTo>
                    <a:pt x="5441823" y="1668907"/>
                  </a:lnTo>
                  <a:cubicBezTo>
                    <a:pt x="5441823" y="1864233"/>
                    <a:pt x="5281168" y="2021840"/>
                    <a:pt x="5083810" y="2021840"/>
                  </a:cubicBezTo>
                  <a:lnTo>
                    <a:pt x="5083810" y="1997837"/>
                  </a:lnTo>
                  <a:lnTo>
                    <a:pt x="5083810" y="2021840"/>
                  </a:lnTo>
                  <a:lnTo>
                    <a:pt x="358013" y="2021840"/>
                  </a:lnTo>
                  <a:lnTo>
                    <a:pt x="358013" y="1997837"/>
                  </a:lnTo>
                  <a:lnTo>
                    <a:pt x="358013" y="2021840"/>
                  </a:lnTo>
                  <a:cubicBezTo>
                    <a:pt x="160655" y="2021967"/>
                    <a:pt x="0" y="1864233"/>
                    <a:pt x="0" y="1668907"/>
                  </a:cubicBezTo>
                  <a:lnTo>
                    <a:pt x="0" y="352933"/>
                  </a:lnTo>
                  <a:lnTo>
                    <a:pt x="24003" y="352933"/>
                  </a:lnTo>
                  <a:lnTo>
                    <a:pt x="0" y="352933"/>
                  </a:lnTo>
                  <a:moveTo>
                    <a:pt x="47879" y="352933"/>
                  </a:moveTo>
                  <a:lnTo>
                    <a:pt x="47879" y="1668907"/>
                  </a:lnTo>
                  <a:lnTo>
                    <a:pt x="24003" y="1668907"/>
                  </a:lnTo>
                  <a:lnTo>
                    <a:pt x="47879" y="1668907"/>
                  </a:lnTo>
                  <a:cubicBezTo>
                    <a:pt x="47879" y="1837055"/>
                    <a:pt x="186309" y="1973961"/>
                    <a:pt x="358013" y="1973961"/>
                  </a:cubicBezTo>
                  <a:lnTo>
                    <a:pt x="5083810" y="1973961"/>
                  </a:lnTo>
                  <a:cubicBezTo>
                    <a:pt x="5255387" y="1973961"/>
                    <a:pt x="5393944" y="1837055"/>
                    <a:pt x="5393944" y="1668907"/>
                  </a:cubicBezTo>
                  <a:lnTo>
                    <a:pt x="5393944" y="352933"/>
                  </a:lnTo>
                  <a:cubicBezTo>
                    <a:pt x="5393944" y="184785"/>
                    <a:pt x="5255514" y="47879"/>
                    <a:pt x="5083810" y="47879"/>
                  </a:cubicBezTo>
                  <a:lnTo>
                    <a:pt x="358013" y="47879"/>
                  </a:lnTo>
                  <a:lnTo>
                    <a:pt x="358013" y="24003"/>
                  </a:lnTo>
                  <a:lnTo>
                    <a:pt x="358013" y="47879"/>
                  </a:lnTo>
                  <a:cubicBezTo>
                    <a:pt x="186436" y="47879"/>
                    <a:pt x="47879" y="184785"/>
                    <a:pt x="47879" y="35293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5441772" cy="2050491"/>
            </a:xfrm>
            <a:prstGeom prst="rect">
              <a:avLst/>
            </a:prstGeom>
          </p:spPr>
          <p:txBody>
            <a:bodyPr lIns="39955" tIns="39955" rIns="39955" bIns="39955" rtlCol="0" anchor="ctr"/>
            <a:lstStyle/>
            <a:p>
              <a:pPr algn="ctr">
                <a:lnSpc>
                  <a:spcPts val="3915"/>
                </a:lnSpc>
              </a:pPr>
              <a:r>
                <a:rPr lang="en-US" sz="3262">
                  <a:solidFill>
                    <a:srgbClr val="DDF0ED"/>
                  </a:solidFill>
                  <a:latin typeface="Arial"/>
                  <a:ea typeface="Arial"/>
                  <a:cs typeface="Arial"/>
                  <a:sym typeface="Arial"/>
                </a:rPr>
                <a:t>YOUR LOGO HERE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7023822" y="2582159"/>
            <a:ext cx="440864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 i="1" spc="292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Pilot Name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074424" y="4091321"/>
            <a:ext cx="440864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57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Evaluation Criteria</a:t>
            </a: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D7511D9D-4AA1-4C72-9C6C-F01090499108}"/>
              </a:ext>
            </a:extLst>
          </p:cNvPr>
          <p:cNvGrpSpPr/>
          <p:nvPr/>
        </p:nvGrpSpPr>
        <p:grpSpPr>
          <a:xfrm>
            <a:off x="15285382" y="19165238"/>
            <a:ext cx="670094" cy="4617930"/>
            <a:chOff x="0" y="0"/>
            <a:chExt cx="893458" cy="6157240"/>
          </a:xfrm>
        </p:grpSpPr>
        <p:grpSp>
          <p:nvGrpSpPr>
            <p:cNvPr id="68" name="Group 16">
              <a:extLst>
                <a:ext uri="{FF2B5EF4-FFF2-40B4-BE49-F238E27FC236}">
                  <a16:creationId xmlns:a16="http://schemas.microsoft.com/office/drawing/2014/main" id="{EDDB8988-533B-E97B-849E-5DD832FC6DCF}"/>
                </a:ext>
              </a:extLst>
            </p:cNvPr>
            <p:cNvGrpSpPr/>
            <p:nvPr/>
          </p:nvGrpSpPr>
          <p:grpSpPr>
            <a:xfrm>
              <a:off x="0" y="0"/>
              <a:ext cx="893458" cy="781776"/>
              <a:chOff x="0" y="0"/>
              <a:chExt cx="812800" cy="711200"/>
            </a:xfrm>
          </p:grpSpPr>
          <p:sp>
            <p:nvSpPr>
              <p:cNvPr id="81" name="Freeform 17">
                <a:extLst>
                  <a:ext uri="{FF2B5EF4-FFF2-40B4-BE49-F238E27FC236}">
                    <a16:creationId xmlns:a16="http://schemas.microsoft.com/office/drawing/2014/main" id="{98C002C8-6F43-B5D7-A7B3-2CB7EEE9679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82" name="TextBox 18">
                <a:extLst>
                  <a:ext uri="{FF2B5EF4-FFF2-40B4-BE49-F238E27FC236}">
                    <a16:creationId xmlns:a16="http://schemas.microsoft.com/office/drawing/2014/main" id="{06ED982E-DDC2-F431-CCD9-13AAB7DC370C}"/>
                  </a:ext>
                </a:extLst>
              </p:cNvPr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69" name="Group 19">
              <a:extLst>
                <a:ext uri="{FF2B5EF4-FFF2-40B4-BE49-F238E27FC236}">
                  <a16:creationId xmlns:a16="http://schemas.microsoft.com/office/drawing/2014/main" id="{EF8DCA73-CD80-9719-5A20-1B92B5048180}"/>
                </a:ext>
              </a:extLst>
            </p:cNvPr>
            <p:cNvGrpSpPr/>
            <p:nvPr/>
          </p:nvGrpSpPr>
          <p:grpSpPr>
            <a:xfrm>
              <a:off x="0" y="1343866"/>
              <a:ext cx="893458" cy="781776"/>
              <a:chOff x="0" y="0"/>
              <a:chExt cx="812800" cy="711200"/>
            </a:xfrm>
          </p:grpSpPr>
          <p:sp>
            <p:nvSpPr>
              <p:cNvPr id="79" name="Freeform 20">
                <a:extLst>
                  <a:ext uri="{FF2B5EF4-FFF2-40B4-BE49-F238E27FC236}">
                    <a16:creationId xmlns:a16="http://schemas.microsoft.com/office/drawing/2014/main" id="{EC35F19E-BA7F-6450-3F90-A84319943EF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80" name="TextBox 21">
                <a:extLst>
                  <a:ext uri="{FF2B5EF4-FFF2-40B4-BE49-F238E27FC236}">
                    <a16:creationId xmlns:a16="http://schemas.microsoft.com/office/drawing/2014/main" id="{FFC96882-CEB0-FCE4-3A53-02792A554C6C}"/>
                  </a:ext>
                </a:extLst>
              </p:cNvPr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70" name="Group 22">
              <a:extLst>
                <a:ext uri="{FF2B5EF4-FFF2-40B4-BE49-F238E27FC236}">
                  <a16:creationId xmlns:a16="http://schemas.microsoft.com/office/drawing/2014/main" id="{8B67FED2-6C06-3005-B1AC-7D4F80FCFF7D}"/>
                </a:ext>
              </a:extLst>
            </p:cNvPr>
            <p:cNvGrpSpPr/>
            <p:nvPr/>
          </p:nvGrpSpPr>
          <p:grpSpPr>
            <a:xfrm>
              <a:off x="0" y="2687732"/>
              <a:ext cx="893458" cy="781776"/>
              <a:chOff x="0" y="0"/>
              <a:chExt cx="812800" cy="711200"/>
            </a:xfrm>
          </p:grpSpPr>
          <p:sp>
            <p:nvSpPr>
              <p:cNvPr id="77" name="Freeform 23">
                <a:extLst>
                  <a:ext uri="{FF2B5EF4-FFF2-40B4-BE49-F238E27FC236}">
                    <a16:creationId xmlns:a16="http://schemas.microsoft.com/office/drawing/2014/main" id="{A38905A7-D4B8-C8E1-7EE7-99C697D3B68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78" name="TextBox 24">
                <a:extLst>
                  <a:ext uri="{FF2B5EF4-FFF2-40B4-BE49-F238E27FC236}">
                    <a16:creationId xmlns:a16="http://schemas.microsoft.com/office/drawing/2014/main" id="{39B24E6A-0E85-7559-EFCC-7040734A04D2}"/>
                  </a:ext>
                </a:extLst>
              </p:cNvPr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71" name="Group 25">
              <a:extLst>
                <a:ext uri="{FF2B5EF4-FFF2-40B4-BE49-F238E27FC236}">
                  <a16:creationId xmlns:a16="http://schemas.microsoft.com/office/drawing/2014/main" id="{27D746E6-8BA2-62C1-EB34-0D994F35B9AF}"/>
                </a:ext>
              </a:extLst>
            </p:cNvPr>
            <p:cNvGrpSpPr/>
            <p:nvPr/>
          </p:nvGrpSpPr>
          <p:grpSpPr>
            <a:xfrm>
              <a:off x="0" y="4031598"/>
              <a:ext cx="893458" cy="781776"/>
              <a:chOff x="0" y="0"/>
              <a:chExt cx="812800" cy="711200"/>
            </a:xfrm>
          </p:grpSpPr>
          <p:sp>
            <p:nvSpPr>
              <p:cNvPr id="75" name="Freeform 26">
                <a:extLst>
                  <a:ext uri="{FF2B5EF4-FFF2-40B4-BE49-F238E27FC236}">
                    <a16:creationId xmlns:a16="http://schemas.microsoft.com/office/drawing/2014/main" id="{3D5F6874-5A43-6F30-8A0C-47BB1FB9739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76" name="TextBox 27">
                <a:extLst>
                  <a:ext uri="{FF2B5EF4-FFF2-40B4-BE49-F238E27FC236}">
                    <a16:creationId xmlns:a16="http://schemas.microsoft.com/office/drawing/2014/main" id="{37FC28EA-6FAE-4D9A-BBD1-560B9C40D5CC}"/>
                  </a:ext>
                </a:extLst>
              </p:cNvPr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  <p:grpSp>
          <p:nvGrpSpPr>
            <p:cNvPr id="72" name="Group 28">
              <a:extLst>
                <a:ext uri="{FF2B5EF4-FFF2-40B4-BE49-F238E27FC236}">
                  <a16:creationId xmlns:a16="http://schemas.microsoft.com/office/drawing/2014/main" id="{80993D08-C9A8-BD05-70D3-40B58B950CF3}"/>
                </a:ext>
              </a:extLst>
            </p:cNvPr>
            <p:cNvGrpSpPr/>
            <p:nvPr/>
          </p:nvGrpSpPr>
          <p:grpSpPr>
            <a:xfrm>
              <a:off x="0" y="5375464"/>
              <a:ext cx="893458" cy="781776"/>
              <a:chOff x="0" y="0"/>
              <a:chExt cx="812800" cy="711200"/>
            </a:xfrm>
          </p:grpSpPr>
          <p:sp>
            <p:nvSpPr>
              <p:cNvPr id="73" name="Freeform 29">
                <a:extLst>
                  <a:ext uri="{FF2B5EF4-FFF2-40B4-BE49-F238E27FC236}">
                    <a16:creationId xmlns:a16="http://schemas.microsoft.com/office/drawing/2014/main" id="{B819EFB6-0651-C104-9CBD-F96C97D57EB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FFFF">
                    <a:alpha val="11765"/>
                  </a:srgbClr>
                </a:solidFill>
                <a:prstDash val="solid"/>
                <a:miter/>
              </a:ln>
            </p:spPr>
          </p:sp>
          <p:sp>
            <p:nvSpPr>
              <p:cNvPr id="74" name="TextBox 30">
                <a:extLst>
                  <a:ext uri="{FF2B5EF4-FFF2-40B4-BE49-F238E27FC236}">
                    <a16:creationId xmlns:a16="http://schemas.microsoft.com/office/drawing/2014/main" id="{E72279A2-FCE8-D14D-7A43-90D3CCC55B8C}"/>
                  </a:ext>
                </a:extLst>
              </p:cNvPr>
              <p:cNvSpPr txBox="1"/>
              <p:nvPr/>
            </p:nvSpPr>
            <p:spPr>
              <a:xfrm>
                <a:off x="127000" y="387350"/>
                <a:ext cx="558800" cy="273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06"/>
                  </a:lnSpc>
                </a:pPr>
                <a:endParaRPr/>
              </a:p>
            </p:txBody>
          </p:sp>
        </p:grpSp>
      </p:grpSp>
      <p:sp>
        <p:nvSpPr>
          <p:cNvPr id="83" name="Freeform 52">
            <a:extLst>
              <a:ext uri="{FF2B5EF4-FFF2-40B4-BE49-F238E27FC236}">
                <a16:creationId xmlns:a16="http://schemas.microsoft.com/office/drawing/2014/main" id="{B37B76A8-9B03-AA2D-A227-5423CA74E20B}"/>
              </a:ext>
            </a:extLst>
          </p:cNvPr>
          <p:cNvSpPr/>
          <p:nvPr/>
        </p:nvSpPr>
        <p:spPr>
          <a:xfrm>
            <a:off x="3821488" y="19265786"/>
            <a:ext cx="922196" cy="928237"/>
          </a:xfrm>
          <a:custGeom>
            <a:avLst/>
            <a:gdLst/>
            <a:ahLst/>
            <a:cxnLst/>
            <a:rect l="l" t="t" r="r" b="b"/>
            <a:pathLst>
              <a:path w="1229595" h="1237649">
                <a:moveTo>
                  <a:pt x="0" y="0"/>
                </a:moveTo>
                <a:lnTo>
                  <a:pt x="1229594" y="0"/>
                </a:lnTo>
                <a:lnTo>
                  <a:pt x="1229594" y="1237649"/>
                </a:lnTo>
                <a:lnTo>
                  <a:pt x="0" y="12376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4" name="TextBox 53">
            <a:extLst>
              <a:ext uri="{FF2B5EF4-FFF2-40B4-BE49-F238E27FC236}">
                <a16:creationId xmlns:a16="http://schemas.microsoft.com/office/drawing/2014/main" id="{09417C26-88C1-43B8-725C-A18B872580BA}"/>
              </a:ext>
            </a:extLst>
          </p:cNvPr>
          <p:cNvSpPr txBox="1"/>
          <p:nvPr/>
        </p:nvSpPr>
        <p:spPr>
          <a:xfrm>
            <a:off x="4962295" y="19280876"/>
            <a:ext cx="2858453" cy="9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22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Date:</a:t>
            </a:r>
          </a:p>
          <a:p>
            <a:pPr algn="l"/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&lt;&lt;DDMMYYY&gt;&gt;</a:t>
            </a:r>
          </a:p>
        </p:txBody>
      </p:sp>
      <p:sp>
        <p:nvSpPr>
          <p:cNvPr id="85" name="Freeform 54">
            <a:extLst>
              <a:ext uri="{FF2B5EF4-FFF2-40B4-BE49-F238E27FC236}">
                <a16:creationId xmlns:a16="http://schemas.microsoft.com/office/drawing/2014/main" id="{2C15F22F-962F-B3B1-C5EB-D22415DAAA09}"/>
              </a:ext>
            </a:extLst>
          </p:cNvPr>
          <p:cNvSpPr/>
          <p:nvPr/>
        </p:nvSpPr>
        <p:spPr>
          <a:xfrm>
            <a:off x="3844376" y="20638434"/>
            <a:ext cx="928237" cy="928237"/>
          </a:xfrm>
          <a:custGeom>
            <a:avLst/>
            <a:gdLst/>
            <a:ahLst/>
            <a:cxnLst/>
            <a:rect l="l" t="t" r="r" b="b"/>
            <a:pathLst>
              <a:path w="1237649" h="1237649">
                <a:moveTo>
                  <a:pt x="0" y="0"/>
                </a:moveTo>
                <a:lnTo>
                  <a:pt x="1237649" y="0"/>
                </a:lnTo>
                <a:lnTo>
                  <a:pt x="1237649" y="1237649"/>
                </a:lnTo>
                <a:lnTo>
                  <a:pt x="0" y="12376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55">
            <a:extLst>
              <a:ext uri="{FF2B5EF4-FFF2-40B4-BE49-F238E27FC236}">
                <a16:creationId xmlns:a16="http://schemas.microsoft.com/office/drawing/2014/main" id="{0D019CC5-08E7-F653-518D-B47FD2627B20}"/>
              </a:ext>
            </a:extLst>
          </p:cNvPr>
          <p:cNvSpPr txBox="1"/>
          <p:nvPr/>
        </p:nvSpPr>
        <p:spPr>
          <a:xfrm>
            <a:off x="4995592" y="20653524"/>
            <a:ext cx="5056228" cy="9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22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Time:</a:t>
            </a:r>
          </a:p>
          <a:p>
            <a:pPr algn="l"/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&lt;&lt;00:00 PM GMT onwards&gt;&gt;</a:t>
            </a:r>
          </a:p>
        </p:txBody>
      </p:sp>
      <p:sp>
        <p:nvSpPr>
          <p:cNvPr id="87" name="Freeform 56">
            <a:extLst>
              <a:ext uri="{FF2B5EF4-FFF2-40B4-BE49-F238E27FC236}">
                <a16:creationId xmlns:a16="http://schemas.microsoft.com/office/drawing/2014/main" id="{CD5E4BAE-83CA-1F31-67DC-4BFA80CA1542}"/>
              </a:ext>
            </a:extLst>
          </p:cNvPr>
          <p:cNvSpPr/>
          <p:nvPr/>
        </p:nvSpPr>
        <p:spPr>
          <a:xfrm>
            <a:off x="3998002" y="17887792"/>
            <a:ext cx="724025" cy="928237"/>
          </a:xfrm>
          <a:custGeom>
            <a:avLst/>
            <a:gdLst/>
            <a:ahLst/>
            <a:cxnLst/>
            <a:rect l="l" t="t" r="r" b="b"/>
            <a:pathLst>
              <a:path w="965366" h="1237649">
                <a:moveTo>
                  <a:pt x="0" y="0"/>
                </a:moveTo>
                <a:lnTo>
                  <a:pt x="965366" y="0"/>
                </a:lnTo>
                <a:lnTo>
                  <a:pt x="965366" y="1237649"/>
                </a:lnTo>
                <a:lnTo>
                  <a:pt x="0" y="12376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88" name="TextBox 57">
            <a:extLst>
              <a:ext uri="{FF2B5EF4-FFF2-40B4-BE49-F238E27FC236}">
                <a16:creationId xmlns:a16="http://schemas.microsoft.com/office/drawing/2014/main" id="{8683766A-B3E9-B702-A511-85F2C12116A8}"/>
              </a:ext>
            </a:extLst>
          </p:cNvPr>
          <p:cNvSpPr txBox="1"/>
          <p:nvPr/>
        </p:nvSpPr>
        <p:spPr>
          <a:xfrm>
            <a:off x="4945006" y="17902882"/>
            <a:ext cx="3947279" cy="9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22" b="1" dirty="0">
                <a:solidFill>
                  <a:srgbClr val="0A415C"/>
                </a:solidFill>
                <a:latin typeface="Arimo Bold"/>
                <a:ea typeface="Arimo Bold"/>
                <a:cs typeface="Arimo Bold"/>
                <a:sym typeface="Arimo Bold"/>
              </a:rPr>
              <a:t>Register here:</a:t>
            </a:r>
          </a:p>
          <a:p>
            <a:pPr algn="l"/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&lt;&lt;bit.ly/</a:t>
            </a:r>
            <a:r>
              <a:rPr lang="en-US" sz="3022" dirty="0" err="1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RandomLink</a:t>
            </a:r>
            <a:r>
              <a:rPr lang="en-US" sz="3022" dirty="0">
                <a:solidFill>
                  <a:srgbClr val="0A415C"/>
                </a:solidFill>
                <a:latin typeface="Arimo"/>
                <a:ea typeface="Arimo"/>
                <a:cs typeface="Arimo"/>
                <a:sym typeface="Arimo"/>
              </a:rPr>
              <a:t>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Arimo Bold</vt:lpstr>
      <vt:lpstr>Arial</vt:lpstr>
      <vt:lpstr>Arimo Italics</vt:lpstr>
      <vt:lpstr>Arimo</vt:lpstr>
      <vt:lpstr>Alike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 Posters</dc:title>
  <cp:lastModifiedBy>Alex A</cp:lastModifiedBy>
  <cp:revision>2</cp:revision>
  <dcterms:created xsi:type="dcterms:W3CDTF">2006-08-16T00:00:00Z</dcterms:created>
  <dcterms:modified xsi:type="dcterms:W3CDTF">2026-01-19T09:48:02Z</dcterms:modified>
  <dc:identifier>DAG-mbqrg4E</dc:identifier>
</cp:coreProperties>
</file>